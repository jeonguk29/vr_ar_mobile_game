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1150" r:id="rId2"/>
    <p:sldId id="1396" r:id="rId3"/>
    <p:sldId id="1287" r:id="rId4"/>
    <p:sldId id="1388" r:id="rId5"/>
    <p:sldId id="1367" r:id="rId6"/>
    <p:sldId id="1387" r:id="rId7"/>
    <p:sldId id="1406" r:id="rId8"/>
    <p:sldId id="1389" r:id="rId9"/>
    <p:sldId id="1411" r:id="rId10"/>
    <p:sldId id="1407" r:id="rId11"/>
    <p:sldId id="1408" r:id="rId12"/>
    <p:sldId id="1393" r:id="rId13"/>
    <p:sldId id="1409" r:id="rId14"/>
    <p:sldId id="1410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5100"/>
    <a:srgbClr val="27BBDB"/>
    <a:srgbClr val="A6EDE2"/>
    <a:srgbClr val="9751CB"/>
    <a:srgbClr val="5B7088"/>
    <a:srgbClr val="6C849E"/>
    <a:srgbClr val="AA71D5"/>
    <a:srgbClr val="14ACB4"/>
    <a:srgbClr val="A6BD1D"/>
    <a:srgbClr val="C7E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63" d="100"/>
          <a:sy n="63" d="100"/>
        </p:scale>
        <p:origin x="7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87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9EEEC-9BBA-473D-9EA8-38F2F24B9D50}" type="datetimeFigureOut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911F0-F0CF-485B-A494-25F4B4E23FB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985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B2E53-C477-40A0-A481-ECD61411A911}" type="datetimeFigureOut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A7DE8-4270-4842-908A-3D8B217379D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28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>
            <a:extLst>
              <a:ext uri="{FF2B5EF4-FFF2-40B4-BE49-F238E27FC236}">
                <a16:creationId xmlns:a16="http://schemas.microsoft.com/office/drawing/2014/main" id="{77676BF9-2CB6-40F8-9BE8-8F19E20C2A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슬라이드 노트 개체 틀 2">
            <a:extLst>
              <a:ext uri="{FF2B5EF4-FFF2-40B4-BE49-F238E27FC236}">
                <a16:creationId xmlns:a16="http://schemas.microsoft.com/office/drawing/2014/main" id="{8E521E23-50A9-4AD9-AF45-22B55BEDE0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2" name="슬라이드 번호 개체 틀 3">
            <a:extLst>
              <a:ext uri="{FF2B5EF4-FFF2-40B4-BE49-F238E27FC236}">
                <a16:creationId xmlns:a16="http://schemas.microsoft.com/office/drawing/2014/main" id="{FBB0A691-8567-4E81-8309-123DC3370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163DAC4-A975-41DD-B3FB-05CD170855C1}" type="slidenum">
              <a:rPr lang="ko-KR" altLang="en-US" smtClean="0"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395A-942F-42C8-9D9D-4C3941814986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46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7F7B9-5ECA-4A99-9A2D-5DB1A5DB262F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53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AD8-55EB-4CAD-9436-3AB8CA368EC3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72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7DBB-C0F2-4795-B4E0-2A3FD301BA64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483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B94C-52C2-432C-A837-98D96576EE49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28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C818-363C-4BD9-9FE8-761B133A5D6C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1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A329B-FD69-4FCE-A06D-B71039890B9B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735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929F-3727-4E0D-8012-80A317097DA2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05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8F733-1FE3-4B0D-964E-4FE927ED65D3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876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4756-C254-48AE-9C3F-8DFF9B8DB55D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2608C-BDAA-43D5-8405-A75A7641A7EC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2212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1FA54-6767-4675-9C63-B885AA32CE0D}" type="datetime1">
              <a:rPr lang="ko-KR" altLang="en-US" smtClean="0"/>
              <a:pPr/>
              <a:t>2022-10-12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756B0-7D79-4049-9A15-FAF8D69E6B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9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6FA5D0-BD7B-4A13-B83B-99A2FC710E70}"/>
              </a:ext>
            </a:extLst>
          </p:cNvPr>
          <p:cNvSpPr/>
          <p:nvPr/>
        </p:nvSpPr>
        <p:spPr>
          <a:xfrm>
            <a:off x="17463" y="-14288"/>
            <a:ext cx="9144000" cy="4365626"/>
          </a:xfrm>
          <a:prstGeom prst="rect">
            <a:avLst/>
          </a:prstGeom>
          <a:solidFill>
            <a:srgbClr val="019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52227" name="그림 5">
            <a:extLst>
              <a:ext uri="{FF2B5EF4-FFF2-40B4-BE49-F238E27FC236}">
                <a16:creationId xmlns:a16="http://schemas.microsoft.com/office/drawing/2014/main" id="{7BF36781-F71E-4A26-AAE3-38AC111E3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14"/>
          <a:stretch>
            <a:fillRect/>
          </a:stretch>
        </p:blipFill>
        <p:spPr bwMode="auto">
          <a:xfrm>
            <a:off x="41275" y="703263"/>
            <a:ext cx="4498975" cy="618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76FD1F7-83BC-47AF-AC46-4358145746DF}"/>
              </a:ext>
            </a:extLst>
          </p:cNvPr>
          <p:cNvSpPr>
            <a:spLocks/>
          </p:cNvSpPr>
          <p:nvPr/>
        </p:nvSpPr>
        <p:spPr bwMode="auto">
          <a:xfrm>
            <a:off x="3995738" y="1125538"/>
            <a:ext cx="4248150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4400" dirty="0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Chapter2.</a:t>
            </a:r>
            <a:r>
              <a:rPr kumimoji="0" lang="ko-KR" altLang="en-US" sz="4400" dirty="0">
                <a:solidFill>
                  <a:srgbClr val="8CDFDF"/>
                </a:solidFill>
                <a:latin typeface="helvetica" panose="020B0604020202020204" pitchFamily="34" charset="0"/>
                <a:ea typeface="굴림" panose="020B0600000101010101" pitchFamily="50" charset="-127"/>
                <a:cs typeface="helvetica" panose="020B0604020202020204" pitchFamily="34" charset="0"/>
                <a:sym typeface="Open Sans" panose="020B0606030504020204" pitchFamily="34" charset="0"/>
              </a:rPr>
              <a:t>가상현실을 이용한 세계여행 </a:t>
            </a:r>
            <a:endParaRPr kumimoji="0" lang="en-US" altLang="ko-KR" sz="4400" dirty="0">
              <a:solidFill>
                <a:srgbClr val="8CDFDF"/>
              </a:solidFill>
              <a:latin typeface="helvetica" panose="020B0604020202020204" pitchFamily="34" charset="0"/>
              <a:ea typeface="굴림" panose="020B0600000101010101" pitchFamily="50" charset="-127"/>
              <a:cs typeface="helvetica" panose="020B0604020202020204" pitchFamily="34" charset="0"/>
              <a:sym typeface="Open Sans" panose="020B0606030504020204" pitchFamily="34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C6F1334-CCEB-4833-B881-6795A41F4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2997200"/>
            <a:ext cx="52244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en-US" altLang="ko-KR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itchFamily="18" charset="0"/>
                <a:ea typeface="Arial Unicode MS" pitchFamily="50" charset="-127"/>
                <a:cs typeface="Arial Unicode MS" pitchFamily="50" charset="-127"/>
              </a:rPr>
              <a:t>.</a:t>
            </a:r>
            <a:endParaRPr kumimoji="0" lang="ko-KR" altLang="en-US" sz="11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D59C22-5739-4869-BA46-E1313BCDB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913" y="3068638"/>
            <a:ext cx="5224462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en-US" altLang="ko-KR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Verdana" pitchFamily="34" charset="0"/>
              </a:rPr>
              <a:t>Have a good trip !!</a:t>
            </a:r>
            <a:endParaRPr kumimoji="0" lang="ko-KR" altLang="en-US" sz="1100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itchFamily="18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1F59BB46-A048-4F9C-9BAD-50C3DF76A12B}"/>
              </a:ext>
            </a:extLst>
          </p:cNvPr>
          <p:cNvSpPr/>
          <p:nvPr/>
        </p:nvSpPr>
        <p:spPr>
          <a:xfrm>
            <a:off x="2111961" y="3128169"/>
            <a:ext cx="3184525" cy="2074863"/>
          </a:xfrm>
          <a:prstGeom prst="wedgeEllipseCallout">
            <a:avLst>
              <a:gd name="adj1" fmla="val 66227"/>
              <a:gd name="adj2" fmla="val 578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+mn-ea"/>
              </a:rPr>
              <a:t>가상현실로 여러 나라로 이동하는 방법을 배워보도록 </a:t>
            </a:r>
            <a:r>
              <a:rPr lang="ko-KR" altLang="en-US" sz="1400" dirty="0" err="1">
                <a:latin typeface="+mn-ea"/>
              </a:rPr>
              <a:t>할께요</a:t>
            </a:r>
            <a:r>
              <a:rPr lang="en-US" altLang="ko-KR" sz="1400" dirty="0">
                <a:latin typeface="+mn-ea"/>
              </a:rPr>
              <a:t>..^^</a:t>
            </a:r>
          </a:p>
          <a:p>
            <a:pPr algn="ctr">
              <a:defRPr/>
            </a:pP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유니티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버전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2021.1.23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에서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제작합니다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  <a:endParaRPr lang="ko-KR" altLang="en-US" sz="14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11E89F0-E64D-4C8B-846C-0EC658735B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266" y="4329933"/>
            <a:ext cx="2135188" cy="2135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9BCCBD-2C6A-4775-8A4C-D87E32270A52}"/>
              </a:ext>
            </a:extLst>
          </p:cNvPr>
          <p:cNvSpPr/>
          <p:nvPr/>
        </p:nvSpPr>
        <p:spPr bwMode="auto">
          <a:xfrm>
            <a:off x="650307" y="2167157"/>
            <a:ext cx="3273621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I.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가상현실을 이용한 세계여행</a:t>
            </a:r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E5AF344D-F907-4854-A3D0-95683356D231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54278" name="Rectangle 11">
            <a:extLst>
              <a:ext uri="{FF2B5EF4-FFF2-40B4-BE49-F238E27FC236}">
                <a16:creationId xmlns:a16="http://schemas.microsoft.com/office/drawing/2014/main" id="{DDAD5DD4-8412-4534-96D9-72327AE52DDF}"/>
              </a:ext>
            </a:extLst>
          </p:cNvPr>
          <p:cNvSpPr>
            <a:spLocks/>
          </p:cNvSpPr>
          <p:nvPr/>
        </p:nvSpPr>
        <p:spPr bwMode="auto">
          <a:xfrm>
            <a:off x="4967108" y="3676650"/>
            <a:ext cx="428625" cy="515545"/>
          </a:xfrm>
          <a:prstGeom prst="rect">
            <a:avLst/>
          </a:prstGeom>
          <a:solidFill>
            <a:srgbClr val="0193BD"/>
          </a:solidFill>
          <a:ln w="25400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ko-KR" sz="1800">
              <a:solidFill>
                <a:srgbClr val="D6466F"/>
              </a:solidFill>
              <a:latin typeface="Calibri" panose="020F0502020204030204" pitchFamily="34" charset="0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54279" name="AutoShape 13">
            <a:extLst>
              <a:ext uri="{FF2B5EF4-FFF2-40B4-BE49-F238E27FC236}">
                <a16:creationId xmlns:a16="http://schemas.microsoft.com/office/drawing/2014/main" id="{A5A18B3A-8F3D-41F0-B580-4BC4BB8CCEBF}"/>
              </a:ext>
            </a:extLst>
          </p:cNvPr>
          <p:cNvSpPr>
            <a:spLocks/>
          </p:cNvSpPr>
          <p:nvPr/>
        </p:nvSpPr>
        <p:spPr bwMode="auto">
          <a:xfrm>
            <a:off x="4916488" y="3963988"/>
            <a:ext cx="215900" cy="60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w 21600"/>
              <a:gd name="T17" fmla="*/ 0 h 21600"/>
              <a:gd name="T18" fmla="*/ 0 w 21600"/>
              <a:gd name="T19" fmla="*/ 0 h 21600"/>
              <a:gd name="T20" fmla="*/ 0 w 21600"/>
              <a:gd name="T21" fmla="*/ 0 h 21600"/>
              <a:gd name="T22" fmla="*/ 0 w 21600"/>
              <a:gd name="T23" fmla="*/ 0 h 21600"/>
              <a:gd name="T24" fmla="*/ 0 w 21600"/>
              <a:gd name="T25" fmla="*/ 0 h 21600"/>
              <a:gd name="T26" fmla="*/ 0 w 21600"/>
              <a:gd name="T27" fmla="*/ 0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1600" h="21600">
                <a:moveTo>
                  <a:pt x="13951" y="0"/>
                </a:moveTo>
                <a:lnTo>
                  <a:pt x="13050" y="0"/>
                </a:lnTo>
                <a:lnTo>
                  <a:pt x="13050" y="2400"/>
                </a:lnTo>
                <a:lnTo>
                  <a:pt x="8549" y="2400"/>
                </a:lnTo>
                <a:lnTo>
                  <a:pt x="8549" y="0"/>
                </a:lnTo>
                <a:lnTo>
                  <a:pt x="7649" y="0"/>
                </a:lnTo>
                <a:lnTo>
                  <a:pt x="9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20700" y="0"/>
                </a:lnTo>
                <a:cubicBezTo>
                  <a:pt x="20700" y="0"/>
                  <a:pt x="13951" y="0"/>
                  <a:pt x="13951" y="0"/>
                </a:cubicBezTo>
                <a:close/>
                <a:moveTo>
                  <a:pt x="13951" y="0"/>
                </a:move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ko-KR" altLang="en-US"/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3A7B1A13-529D-4B7C-B04B-C0422280D3DF}"/>
              </a:ext>
            </a:extLst>
          </p:cNvPr>
          <p:cNvSpPr>
            <a:spLocks/>
          </p:cNvSpPr>
          <p:nvPr/>
        </p:nvSpPr>
        <p:spPr bwMode="auto">
          <a:xfrm>
            <a:off x="7023100" y="3676650"/>
            <a:ext cx="427038" cy="503238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1" latinLnBrk="1" hangingPunct="1">
              <a:defRPr/>
            </a:pPr>
            <a:endParaRPr lang="ko-KR" altLang="ko-KR" dirty="0">
              <a:solidFill>
                <a:srgbClr val="D6466F"/>
              </a:solidFill>
              <a:latin typeface="Calibri" pitchFamily="34" charset="0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54282" name="AutoShape 27">
            <a:extLst>
              <a:ext uri="{FF2B5EF4-FFF2-40B4-BE49-F238E27FC236}">
                <a16:creationId xmlns:a16="http://schemas.microsoft.com/office/drawing/2014/main" id="{5A908893-1B2E-4C91-A529-4C6985CDDB16}"/>
              </a:ext>
            </a:extLst>
          </p:cNvPr>
          <p:cNvSpPr>
            <a:spLocks/>
          </p:cNvSpPr>
          <p:nvPr/>
        </p:nvSpPr>
        <p:spPr bwMode="auto">
          <a:xfrm>
            <a:off x="7124700" y="3783013"/>
            <a:ext cx="223838" cy="2698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w 21600"/>
              <a:gd name="T17" fmla="*/ 0 h 21600"/>
              <a:gd name="T18" fmla="*/ 0 w 21600"/>
              <a:gd name="T19" fmla="*/ 0 h 21600"/>
              <a:gd name="T20" fmla="*/ 0 w 21600"/>
              <a:gd name="T21" fmla="*/ 0 h 21600"/>
              <a:gd name="T22" fmla="*/ 0 w 21600"/>
              <a:gd name="T23" fmla="*/ 0 h 21600"/>
              <a:gd name="T24" fmla="*/ 0 w 21600"/>
              <a:gd name="T25" fmla="*/ 0 h 21600"/>
              <a:gd name="T26" fmla="*/ 0 w 21600"/>
              <a:gd name="T27" fmla="*/ 0 h 21600"/>
              <a:gd name="T28" fmla="*/ 0 w 21600"/>
              <a:gd name="T29" fmla="*/ 0 h 21600"/>
              <a:gd name="T30" fmla="*/ 0 w 21600"/>
              <a:gd name="T31" fmla="*/ 0 h 21600"/>
              <a:gd name="T32" fmla="*/ 0 w 21600"/>
              <a:gd name="T33" fmla="*/ 0 h 21600"/>
              <a:gd name="T34" fmla="*/ 0 w 21600"/>
              <a:gd name="T35" fmla="*/ 0 h 21600"/>
              <a:gd name="T36" fmla="*/ 0 w 21600"/>
              <a:gd name="T37" fmla="*/ 0 h 21600"/>
              <a:gd name="T38" fmla="*/ 0 w 21600"/>
              <a:gd name="T39" fmla="*/ 0 h 21600"/>
              <a:gd name="T40" fmla="*/ 0 w 21600"/>
              <a:gd name="T41" fmla="*/ 0 h 21600"/>
              <a:gd name="T42" fmla="*/ 0 w 21600"/>
              <a:gd name="T43" fmla="*/ 0 h 21600"/>
              <a:gd name="T44" fmla="*/ 0 w 21600"/>
              <a:gd name="T45" fmla="*/ 0 h 21600"/>
              <a:gd name="T46" fmla="*/ 0 w 21600"/>
              <a:gd name="T47" fmla="*/ 0 h 21600"/>
              <a:gd name="T48" fmla="*/ 0 w 21600"/>
              <a:gd name="T49" fmla="*/ 0 h 21600"/>
              <a:gd name="T50" fmla="*/ 0 w 21600"/>
              <a:gd name="T51" fmla="*/ 0 h 21600"/>
              <a:gd name="T52" fmla="*/ 0 w 21600"/>
              <a:gd name="T53" fmla="*/ 0 h 21600"/>
              <a:gd name="T54" fmla="*/ 0 w 21600"/>
              <a:gd name="T55" fmla="*/ 0 h 21600"/>
              <a:gd name="T56" fmla="*/ 0 w 21600"/>
              <a:gd name="T57" fmla="*/ 0 h 21600"/>
              <a:gd name="T58" fmla="*/ 0 w 21600"/>
              <a:gd name="T59" fmla="*/ 0 h 21600"/>
              <a:gd name="T60" fmla="*/ 0 w 21600"/>
              <a:gd name="T61" fmla="*/ 0 h 21600"/>
              <a:gd name="T62" fmla="*/ 0 w 21600"/>
              <a:gd name="T63" fmla="*/ 0 h 21600"/>
              <a:gd name="T64" fmla="*/ 0 w 21600"/>
              <a:gd name="T65" fmla="*/ 0 h 21600"/>
              <a:gd name="T66" fmla="*/ 0 w 21600"/>
              <a:gd name="T67" fmla="*/ 0 h 21600"/>
              <a:gd name="T68" fmla="*/ 0 w 21600"/>
              <a:gd name="T69" fmla="*/ 0 h 21600"/>
              <a:gd name="T70" fmla="*/ 0 w 21600"/>
              <a:gd name="T71" fmla="*/ 0 h 21600"/>
              <a:gd name="T72" fmla="*/ 0 w 21600"/>
              <a:gd name="T73" fmla="*/ 0 h 21600"/>
              <a:gd name="T74" fmla="*/ 0 w 21600"/>
              <a:gd name="T75" fmla="*/ 0 h 21600"/>
              <a:gd name="T76" fmla="*/ 0 w 21600"/>
              <a:gd name="T77" fmla="*/ 0 h 21600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1600" h="21600">
                <a:moveTo>
                  <a:pt x="10800" y="13825"/>
                </a:moveTo>
                <a:cubicBezTo>
                  <a:pt x="9129" y="13825"/>
                  <a:pt x="7776" y="12470"/>
                  <a:pt x="7776" y="10800"/>
                </a:cubicBezTo>
                <a:cubicBezTo>
                  <a:pt x="7776" y="9129"/>
                  <a:pt x="9129" y="7775"/>
                  <a:pt x="10800" y="7775"/>
                </a:cubicBezTo>
                <a:cubicBezTo>
                  <a:pt x="12471" y="7775"/>
                  <a:pt x="13824" y="9129"/>
                  <a:pt x="13824" y="10800"/>
                </a:cubicBezTo>
                <a:cubicBezTo>
                  <a:pt x="13824" y="12470"/>
                  <a:pt x="12471" y="13825"/>
                  <a:pt x="10800" y="13825"/>
                </a:cubicBezTo>
                <a:close/>
                <a:moveTo>
                  <a:pt x="21600" y="12960"/>
                </a:moveTo>
                <a:lnTo>
                  <a:pt x="21600" y="8640"/>
                </a:lnTo>
                <a:lnTo>
                  <a:pt x="19194" y="8640"/>
                </a:lnTo>
                <a:cubicBezTo>
                  <a:pt x="18999" y="7831"/>
                  <a:pt x="18695" y="7066"/>
                  <a:pt x="18291" y="6364"/>
                </a:cubicBezTo>
                <a:lnTo>
                  <a:pt x="19964" y="4690"/>
                </a:lnTo>
                <a:lnTo>
                  <a:pt x="16909" y="1636"/>
                </a:lnTo>
                <a:lnTo>
                  <a:pt x="15271" y="3274"/>
                </a:lnTo>
                <a:cubicBezTo>
                  <a:pt x="14561" y="2844"/>
                  <a:pt x="13785" y="2513"/>
                  <a:pt x="12960" y="2300"/>
                </a:cubicBezTo>
                <a:lnTo>
                  <a:pt x="12960" y="0"/>
                </a:lnTo>
                <a:lnTo>
                  <a:pt x="8640" y="0"/>
                </a:lnTo>
                <a:lnTo>
                  <a:pt x="8640" y="2300"/>
                </a:lnTo>
                <a:cubicBezTo>
                  <a:pt x="7815" y="2513"/>
                  <a:pt x="7039" y="2844"/>
                  <a:pt x="6329" y="3274"/>
                </a:cubicBezTo>
                <a:lnTo>
                  <a:pt x="4691" y="1636"/>
                </a:lnTo>
                <a:lnTo>
                  <a:pt x="1636" y="4690"/>
                </a:lnTo>
                <a:lnTo>
                  <a:pt x="3309" y="6364"/>
                </a:lnTo>
                <a:cubicBezTo>
                  <a:pt x="2905" y="7066"/>
                  <a:pt x="2601" y="7831"/>
                  <a:pt x="2407" y="8640"/>
                </a:cubicBezTo>
                <a:lnTo>
                  <a:pt x="0" y="8640"/>
                </a:lnTo>
                <a:lnTo>
                  <a:pt x="0" y="12960"/>
                </a:lnTo>
                <a:lnTo>
                  <a:pt x="2480" y="12960"/>
                </a:lnTo>
                <a:cubicBezTo>
                  <a:pt x="2694" y="13733"/>
                  <a:pt x="3010" y="14459"/>
                  <a:pt x="3417" y="15128"/>
                </a:cubicBezTo>
                <a:lnTo>
                  <a:pt x="1636" y="16910"/>
                </a:lnTo>
                <a:lnTo>
                  <a:pt x="4691" y="19964"/>
                </a:lnTo>
                <a:lnTo>
                  <a:pt x="6506" y="18148"/>
                </a:lnTo>
                <a:cubicBezTo>
                  <a:pt x="7168" y="18528"/>
                  <a:pt x="7884" y="18820"/>
                  <a:pt x="8640" y="19015"/>
                </a:cubicBezTo>
                <a:lnTo>
                  <a:pt x="8640" y="21600"/>
                </a:lnTo>
                <a:lnTo>
                  <a:pt x="12960" y="21600"/>
                </a:lnTo>
                <a:lnTo>
                  <a:pt x="12960" y="19015"/>
                </a:lnTo>
                <a:cubicBezTo>
                  <a:pt x="13717" y="18820"/>
                  <a:pt x="14432" y="18528"/>
                  <a:pt x="15094" y="18148"/>
                </a:cubicBezTo>
                <a:lnTo>
                  <a:pt x="16909" y="19964"/>
                </a:lnTo>
                <a:lnTo>
                  <a:pt x="19964" y="16910"/>
                </a:lnTo>
                <a:lnTo>
                  <a:pt x="18183" y="15128"/>
                </a:lnTo>
                <a:cubicBezTo>
                  <a:pt x="18590" y="14459"/>
                  <a:pt x="18907" y="13733"/>
                  <a:pt x="19121" y="12960"/>
                </a:cubicBezTo>
                <a:cubicBezTo>
                  <a:pt x="19121" y="12960"/>
                  <a:pt x="21600" y="12960"/>
                  <a:pt x="21600" y="12960"/>
                </a:cubicBezTo>
                <a:close/>
                <a:moveTo>
                  <a:pt x="21600" y="12960"/>
                </a:move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ko-KR" altLang="en-US"/>
          </a:p>
        </p:txBody>
      </p:sp>
      <p:sp>
        <p:nvSpPr>
          <p:cNvPr id="54284" name="Rectangle 11">
            <a:extLst>
              <a:ext uri="{FF2B5EF4-FFF2-40B4-BE49-F238E27FC236}">
                <a16:creationId xmlns:a16="http://schemas.microsoft.com/office/drawing/2014/main" id="{592823B0-CD27-4B0D-90E4-96AAF7E83B8F}"/>
              </a:ext>
            </a:extLst>
          </p:cNvPr>
          <p:cNvSpPr>
            <a:spLocks/>
          </p:cNvSpPr>
          <p:nvPr/>
        </p:nvSpPr>
        <p:spPr bwMode="auto">
          <a:xfrm>
            <a:off x="4810125" y="5043488"/>
            <a:ext cx="428625" cy="503237"/>
          </a:xfrm>
          <a:prstGeom prst="rect">
            <a:avLst/>
          </a:prstGeom>
          <a:solidFill>
            <a:srgbClr val="0193BD"/>
          </a:solidFill>
          <a:ln w="25400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ko-KR" altLang="ko-KR" sz="1800">
              <a:solidFill>
                <a:srgbClr val="D6466F"/>
              </a:solidFill>
              <a:latin typeface="Calibri" panose="020F0502020204030204" pitchFamily="34" charset="0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54285" name="AutoShape 13">
            <a:extLst>
              <a:ext uri="{FF2B5EF4-FFF2-40B4-BE49-F238E27FC236}">
                <a16:creationId xmlns:a16="http://schemas.microsoft.com/office/drawing/2014/main" id="{D4A2BD4E-5D02-42AC-982B-BDFE81A6C3EA}"/>
              </a:ext>
            </a:extLst>
          </p:cNvPr>
          <p:cNvSpPr>
            <a:spLocks/>
          </p:cNvSpPr>
          <p:nvPr/>
        </p:nvSpPr>
        <p:spPr bwMode="auto">
          <a:xfrm>
            <a:off x="4916488" y="5330825"/>
            <a:ext cx="215900" cy="60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w 21600"/>
              <a:gd name="T17" fmla="*/ 0 h 21600"/>
              <a:gd name="T18" fmla="*/ 0 w 21600"/>
              <a:gd name="T19" fmla="*/ 0 h 21600"/>
              <a:gd name="T20" fmla="*/ 0 w 21600"/>
              <a:gd name="T21" fmla="*/ 0 h 21600"/>
              <a:gd name="T22" fmla="*/ 0 w 21600"/>
              <a:gd name="T23" fmla="*/ 0 h 21600"/>
              <a:gd name="T24" fmla="*/ 0 w 21600"/>
              <a:gd name="T25" fmla="*/ 0 h 21600"/>
              <a:gd name="T26" fmla="*/ 0 w 21600"/>
              <a:gd name="T27" fmla="*/ 0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1600" h="21600">
                <a:moveTo>
                  <a:pt x="13951" y="0"/>
                </a:moveTo>
                <a:lnTo>
                  <a:pt x="13050" y="0"/>
                </a:lnTo>
                <a:lnTo>
                  <a:pt x="13050" y="2400"/>
                </a:lnTo>
                <a:lnTo>
                  <a:pt x="8549" y="2400"/>
                </a:lnTo>
                <a:lnTo>
                  <a:pt x="8549" y="0"/>
                </a:lnTo>
                <a:lnTo>
                  <a:pt x="7649" y="0"/>
                </a:lnTo>
                <a:lnTo>
                  <a:pt x="9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20700" y="0"/>
                </a:lnTo>
                <a:cubicBezTo>
                  <a:pt x="20700" y="0"/>
                  <a:pt x="13951" y="0"/>
                  <a:pt x="13951" y="0"/>
                </a:cubicBezTo>
                <a:close/>
                <a:moveTo>
                  <a:pt x="13951" y="0"/>
                </a:move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ko-KR" altLang="en-US"/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EED784FE-18B8-48BB-86D4-641CE0F15680}"/>
              </a:ext>
            </a:extLst>
          </p:cNvPr>
          <p:cNvSpPr>
            <a:spLocks/>
          </p:cNvSpPr>
          <p:nvPr/>
        </p:nvSpPr>
        <p:spPr bwMode="auto">
          <a:xfrm>
            <a:off x="7023100" y="5043488"/>
            <a:ext cx="427038" cy="503237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1" latinLnBrk="1" hangingPunct="1">
              <a:defRPr/>
            </a:pPr>
            <a:endParaRPr lang="ko-KR" altLang="ko-KR" dirty="0">
              <a:solidFill>
                <a:srgbClr val="D6466F"/>
              </a:solidFill>
              <a:latin typeface="Calibri" pitchFamily="34" charset="0"/>
              <a:ea typeface="ヒラギノ角ゴ ProN W3"/>
              <a:cs typeface="ヒラギノ角ゴ ProN W3"/>
              <a:sym typeface="Gill Sans"/>
            </a:endParaRPr>
          </a:p>
        </p:txBody>
      </p:sp>
      <p:sp>
        <p:nvSpPr>
          <p:cNvPr id="54288" name="AutoShape 27">
            <a:extLst>
              <a:ext uri="{FF2B5EF4-FFF2-40B4-BE49-F238E27FC236}">
                <a16:creationId xmlns:a16="http://schemas.microsoft.com/office/drawing/2014/main" id="{39128BFF-FCD9-4A50-BAB0-B5E6B716490F}"/>
              </a:ext>
            </a:extLst>
          </p:cNvPr>
          <p:cNvSpPr>
            <a:spLocks/>
          </p:cNvSpPr>
          <p:nvPr/>
        </p:nvSpPr>
        <p:spPr bwMode="auto">
          <a:xfrm>
            <a:off x="7124700" y="5149850"/>
            <a:ext cx="223838" cy="2698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w 21600"/>
              <a:gd name="T17" fmla="*/ 0 h 21600"/>
              <a:gd name="T18" fmla="*/ 0 w 21600"/>
              <a:gd name="T19" fmla="*/ 0 h 21600"/>
              <a:gd name="T20" fmla="*/ 0 w 21600"/>
              <a:gd name="T21" fmla="*/ 0 h 21600"/>
              <a:gd name="T22" fmla="*/ 0 w 21600"/>
              <a:gd name="T23" fmla="*/ 0 h 21600"/>
              <a:gd name="T24" fmla="*/ 0 w 21600"/>
              <a:gd name="T25" fmla="*/ 0 h 21600"/>
              <a:gd name="T26" fmla="*/ 0 w 21600"/>
              <a:gd name="T27" fmla="*/ 0 h 21600"/>
              <a:gd name="T28" fmla="*/ 0 w 21600"/>
              <a:gd name="T29" fmla="*/ 0 h 21600"/>
              <a:gd name="T30" fmla="*/ 0 w 21600"/>
              <a:gd name="T31" fmla="*/ 0 h 21600"/>
              <a:gd name="T32" fmla="*/ 0 w 21600"/>
              <a:gd name="T33" fmla="*/ 0 h 21600"/>
              <a:gd name="T34" fmla="*/ 0 w 21600"/>
              <a:gd name="T35" fmla="*/ 0 h 21600"/>
              <a:gd name="T36" fmla="*/ 0 w 21600"/>
              <a:gd name="T37" fmla="*/ 0 h 21600"/>
              <a:gd name="T38" fmla="*/ 0 w 21600"/>
              <a:gd name="T39" fmla="*/ 0 h 21600"/>
              <a:gd name="T40" fmla="*/ 0 w 21600"/>
              <a:gd name="T41" fmla="*/ 0 h 21600"/>
              <a:gd name="T42" fmla="*/ 0 w 21600"/>
              <a:gd name="T43" fmla="*/ 0 h 21600"/>
              <a:gd name="T44" fmla="*/ 0 w 21600"/>
              <a:gd name="T45" fmla="*/ 0 h 21600"/>
              <a:gd name="T46" fmla="*/ 0 w 21600"/>
              <a:gd name="T47" fmla="*/ 0 h 21600"/>
              <a:gd name="T48" fmla="*/ 0 w 21600"/>
              <a:gd name="T49" fmla="*/ 0 h 21600"/>
              <a:gd name="T50" fmla="*/ 0 w 21600"/>
              <a:gd name="T51" fmla="*/ 0 h 21600"/>
              <a:gd name="T52" fmla="*/ 0 w 21600"/>
              <a:gd name="T53" fmla="*/ 0 h 21600"/>
              <a:gd name="T54" fmla="*/ 0 w 21600"/>
              <a:gd name="T55" fmla="*/ 0 h 21600"/>
              <a:gd name="T56" fmla="*/ 0 w 21600"/>
              <a:gd name="T57" fmla="*/ 0 h 21600"/>
              <a:gd name="T58" fmla="*/ 0 w 21600"/>
              <a:gd name="T59" fmla="*/ 0 h 21600"/>
              <a:gd name="T60" fmla="*/ 0 w 21600"/>
              <a:gd name="T61" fmla="*/ 0 h 21600"/>
              <a:gd name="T62" fmla="*/ 0 w 21600"/>
              <a:gd name="T63" fmla="*/ 0 h 21600"/>
              <a:gd name="T64" fmla="*/ 0 w 21600"/>
              <a:gd name="T65" fmla="*/ 0 h 21600"/>
              <a:gd name="T66" fmla="*/ 0 w 21600"/>
              <a:gd name="T67" fmla="*/ 0 h 21600"/>
              <a:gd name="T68" fmla="*/ 0 w 21600"/>
              <a:gd name="T69" fmla="*/ 0 h 21600"/>
              <a:gd name="T70" fmla="*/ 0 w 21600"/>
              <a:gd name="T71" fmla="*/ 0 h 21600"/>
              <a:gd name="T72" fmla="*/ 0 w 21600"/>
              <a:gd name="T73" fmla="*/ 0 h 21600"/>
              <a:gd name="T74" fmla="*/ 0 w 21600"/>
              <a:gd name="T75" fmla="*/ 0 h 21600"/>
              <a:gd name="T76" fmla="*/ 0 w 21600"/>
              <a:gd name="T77" fmla="*/ 0 h 21600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1600" h="21600">
                <a:moveTo>
                  <a:pt x="10800" y="13825"/>
                </a:moveTo>
                <a:cubicBezTo>
                  <a:pt x="9129" y="13825"/>
                  <a:pt x="7776" y="12470"/>
                  <a:pt x="7776" y="10800"/>
                </a:cubicBezTo>
                <a:cubicBezTo>
                  <a:pt x="7776" y="9129"/>
                  <a:pt x="9129" y="7775"/>
                  <a:pt x="10800" y="7775"/>
                </a:cubicBezTo>
                <a:cubicBezTo>
                  <a:pt x="12471" y="7775"/>
                  <a:pt x="13824" y="9129"/>
                  <a:pt x="13824" y="10800"/>
                </a:cubicBezTo>
                <a:cubicBezTo>
                  <a:pt x="13824" y="12470"/>
                  <a:pt x="12471" y="13825"/>
                  <a:pt x="10800" y="13825"/>
                </a:cubicBezTo>
                <a:close/>
                <a:moveTo>
                  <a:pt x="21600" y="12960"/>
                </a:moveTo>
                <a:lnTo>
                  <a:pt x="21600" y="8640"/>
                </a:lnTo>
                <a:lnTo>
                  <a:pt x="19194" y="8640"/>
                </a:lnTo>
                <a:cubicBezTo>
                  <a:pt x="18999" y="7831"/>
                  <a:pt x="18695" y="7066"/>
                  <a:pt x="18291" y="6364"/>
                </a:cubicBezTo>
                <a:lnTo>
                  <a:pt x="19964" y="4690"/>
                </a:lnTo>
                <a:lnTo>
                  <a:pt x="16909" y="1636"/>
                </a:lnTo>
                <a:lnTo>
                  <a:pt x="15271" y="3274"/>
                </a:lnTo>
                <a:cubicBezTo>
                  <a:pt x="14561" y="2844"/>
                  <a:pt x="13785" y="2513"/>
                  <a:pt x="12960" y="2300"/>
                </a:cubicBezTo>
                <a:lnTo>
                  <a:pt x="12960" y="0"/>
                </a:lnTo>
                <a:lnTo>
                  <a:pt x="8640" y="0"/>
                </a:lnTo>
                <a:lnTo>
                  <a:pt x="8640" y="2300"/>
                </a:lnTo>
                <a:cubicBezTo>
                  <a:pt x="7815" y="2513"/>
                  <a:pt x="7039" y="2844"/>
                  <a:pt x="6329" y="3274"/>
                </a:cubicBezTo>
                <a:lnTo>
                  <a:pt x="4691" y="1636"/>
                </a:lnTo>
                <a:lnTo>
                  <a:pt x="1636" y="4690"/>
                </a:lnTo>
                <a:lnTo>
                  <a:pt x="3309" y="6364"/>
                </a:lnTo>
                <a:cubicBezTo>
                  <a:pt x="2905" y="7066"/>
                  <a:pt x="2601" y="7831"/>
                  <a:pt x="2407" y="8640"/>
                </a:cubicBezTo>
                <a:lnTo>
                  <a:pt x="0" y="8640"/>
                </a:lnTo>
                <a:lnTo>
                  <a:pt x="0" y="12960"/>
                </a:lnTo>
                <a:lnTo>
                  <a:pt x="2480" y="12960"/>
                </a:lnTo>
                <a:cubicBezTo>
                  <a:pt x="2694" y="13733"/>
                  <a:pt x="3010" y="14459"/>
                  <a:pt x="3417" y="15128"/>
                </a:cubicBezTo>
                <a:lnTo>
                  <a:pt x="1636" y="16910"/>
                </a:lnTo>
                <a:lnTo>
                  <a:pt x="4691" y="19964"/>
                </a:lnTo>
                <a:lnTo>
                  <a:pt x="6506" y="18148"/>
                </a:lnTo>
                <a:cubicBezTo>
                  <a:pt x="7168" y="18528"/>
                  <a:pt x="7884" y="18820"/>
                  <a:pt x="8640" y="19015"/>
                </a:cubicBezTo>
                <a:lnTo>
                  <a:pt x="8640" y="21600"/>
                </a:lnTo>
                <a:lnTo>
                  <a:pt x="12960" y="21600"/>
                </a:lnTo>
                <a:lnTo>
                  <a:pt x="12960" y="19015"/>
                </a:lnTo>
                <a:cubicBezTo>
                  <a:pt x="13717" y="18820"/>
                  <a:pt x="14432" y="18528"/>
                  <a:pt x="15094" y="18148"/>
                </a:cubicBezTo>
                <a:lnTo>
                  <a:pt x="16909" y="19964"/>
                </a:lnTo>
                <a:lnTo>
                  <a:pt x="19964" y="16910"/>
                </a:lnTo>
                <a:lnTo>
                  <a:pt x="18183" y="15128"/>
                </a:lnTo>
                <a:cubicBezTo>
                  <a:pt x="18590" y="14459"/>
                  <a:pt x="18907" y="13733"/>
                  <a:pt x="19121" y="12960"/>
                </a:cubicBezTo>
                <a:cubicBezTo>
                  <a:pt x="19121" y="12960"/>
                  <a:pt x="21600" y="12960"/>
                  <a:pt x="21600" y="12960"/>
                </a:cubicBezTo>
                <a:close/>
                <a:moveTo>
                  <a:pt x="21600" y="12960"/>
                </a:move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ko-KR" altLang="en-US"/>
          </a:p>
        </p:txBody>
      </p:sp>
      <p:sp>
        <p:nvSpPr>
          <p:cNvPr id="54289" name="슬라이드 번호 개체 틀 4">
            <a:extLst>
              <a:ext uri="{FF2B5EF4-FFF2-40B4-BE49-F238E27FC236}">
                <a16:creationId xmlns:a16="http://schemas.microsoft.com/office/drawing/2014/main" id="{D1AC787F-0AFF-479E-9C93-CFDF1CCA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A17E53-7775-4E5D-B7DE-8EFF3541A7DC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grpSp>
        <p:nvGrpSpPr>
          <p:cNvPr id="5" name="그룹 1">
            <a:extLst>
              <a:ext uri="{FF2B5EF4-FFF2-40B4-BE49-F238E27FC236}">
                <a16:creationId xmlns:a16="http://schemas.microsoft.com/office/drawing/2014/main" id="{3A246FAA-D93F-A381-EB36-0557507871D3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277938"/>
            <a:ext cx="8413750" cy="4462462"/>
            <a:chOff x="849326" y="2744788"/>
            <a:chExt cx="7690801" cy="3422650"/>
          </a:xfrm>
        </p:grpSpPr>
        <p:grpSp>
          <p:nvGrpSpPr>
            <p:cNvPr id="6" name="Group 16">
              <a:extLst>
                <a:ext uri="{FF2B5EF4-FFF2-40B4-BE49-F238E27FC236}">
                  <a16:creationId xmlns:a16="http://schemas.microsoft.com/office/drawing/2014/main" id="{29D26E7D-C97D-35A5-3808-8118822B9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8547" y="2744788"/>
              <a:ext cx="1757559" cy="732631"/>
              <a:chOff x="-204" y="-20"/>
              <a:chExt cx="2952" cy="923"/>
            </a:xfrm>
          </p:grpSpPr>
          <p:sp>
            <p:nvSpPr>
              <p:cNvPr id="24" name="Rectangle 10">
                <a:extLst>
                  <a:ext uri="{FF2B5EF4-FFF2-40B4-BE49-F238E27FC236}">
                    <a16:creationId xmlns:a16="http://schemas.microsoft.com/office/drawing/2014/main" id="{E0C47003-45E9-E42C-32B7-C484D5E65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04" y="599"/>
                <a:ext cx="2952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itchFamily="34" charset="0"/>
                  <a:ea typeface="ヒラギノ角ゴ ProN W3"/>
                  <a:cs typeface="ヒラギノ角ゴ ProN W3"/>
                  <a:sym typeface="Open Sans Light" pitchFamily="34" charset="0"/>
                </a:endParaRPr>
              </a:p>
            </p:txBody>
          </p:sp>
          <p:sp>
            <p:nvSpPr>
              <p:cNvPr id="25" name="Rectangle 11">
                <a:extLst>
                  <a:ext uri="{FF2B5EF4-FFF2-40B4-BE49-F238E27FC236}">
                    <a16:creationId xmlns:a16="http://schemas.microsoft.com/office/drawing/2014/main" id="{C87A131F-EC68-4331-6C14-BA5B36A6F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-20"/>
                <a:ext cx="656" cy="486"/>
              </a:xfrm>
              <a:prstGeom prst="rect">
                <a:avLst/>
              </a:prstGeom>
              <a:solidFill>
                <a:srgbClr val="0193BD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26" name="Group 15">
                <a:extLst>
                  <a:ext uri="{FF2B5EF4-FFF2-40B4-BE49-F238E27FC236}">
                    <a16:creationId xmlns:a16="http://schemas.microsoft.com/office/drawing/2014/main" id="{2AF373A8-2DCC-676B-44A8-ED161254AD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" y="109"/>
                <a:ext cx="330" cy="206"/>
                <a:chOff x="16" y="-68"/>
                <a:chExt cx="329" cy="206"/>
              </a:xfrm>
            </p:grpSpPr>
            <p:sp>
              <p:nvSpPr>
                <p:cNvPr id="27" name="AutoShape 13">
                  <a:extLst>
                    <a:ext uri="{FF2B5EF4-FFF2-40B4-BE49-F238E27FC236}">
                      <a16:creationId xmlns:a16="http://schemas.microsoft.com/office/drawing/2014/main" id="{50715387-2DC7-73E1-B08D-94BC3A885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80"/>
                  <a:ext cx="329" cy="5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600" h="21600">
                      <a:moveTo>
                        <a:pt x="13951" y="0"/>
                      </a:moveTo>
                      <a:lnTo>
                        <a:pt x="13050" y="0"/>
                      </a:lnTo>
                      <a:lnTo>
                        <a:pt x="13050" y="2400"/>
                      </a:lnTo>
                      <a:lnTo>
                        <a:pt x="8549" y="2400"/>
                      </a:lnTo>
                      <a:lnTo>
                        <a:pt x="8549" y="0"/>
                      </a:lnTo>
                      <a:lnTo>
                        <a:pt x="7649" y="0"/>
                      </a:lnTo>
                      <a:lnTo>
                        <a:pt x="900" y="0"/>
                      </a:ln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20700" y="0"/>
                      </a:lnTo>
                      <a:cubicBezTo>
                        <a:pt x="20700" y="0"/>
                        <a:pt x="13951" y="0"/>
                        <a:pt x="13951" y="0"/>
                      </a:cubicBezTo>
                      <a:close/>
                      <a:moveTo>
                        <a:pt x="13951" y="0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28" name="AutoShape 14">
                  <a:extLst>
                    <a:ext uri="{FF2B5EF4-FFF2-40B4-BE49-F238E27FC236}">
                      <a16:creationId xmlns:a16="http://schemas.microsoft.com/office/drawing/2014/main" id="{9B64A487-51E8-C8BA-4533-C86095C91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-68"/>
                  <a:ext cx="329" cy="13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w 21600"/>
                    <a:gd name="T39" fmla="*/ 0 h 21600"/>
                    <a:gd name="T40" fmla="*/ 0 w 21600"/>
                    <a:gd name="T41" fmla="*/ 0 h 21600"/>
                    <a:gd name="T42" fmla="*/ 0 w 21600"/>
                    <a:gd name="T43" fmla="*/ 0 h 21600"/>
                    <a:gd name="T44" fmla="*/ 0 w 21600"/>
                    <a:gd name="T45" fmla="*/ 0 h 2160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1600" h="21600">
                      <a:moveTo>
                        <a:pt x="8549" y="1879"/>
                      </a:moveTo>
                      <a:lnTo>
                        <a:pt x="13050" y="1879"/>
                      </a:lnTo>
                      <a:lnTo>
                        <a:pt x="13050" y="4697"/>
                      </a:lnTo>
                      <a:lnTo>
                        <a:pt x="8549" y="4697"/>
                      </a:lnTo>
                      <a:cubicBezTo>
                        <a:pt x="8549" y="4697"/>
                        <a:pt x="8549" y="1879"/>
                        <a:pt x="8549" y="1879"/>
                      </a:cubicBezTo>
                      <a:close/>
                      <a:moveTo>
                        <a:pt x="13951" y="4697"/>
                      </a:moveTo>
                      <a:lnTo>
                        <a:pt x="13951" y="0"/>
                      </a:lnTo>
                      <a:lnTo>
                        <a:pt x="7649" y="0"/>
                      </a:lnTo>
                      <a:lnTo>
                        <a:pt x="7649" y="4697"/>
                      </a:lnTo>
                      <a:lnTo>
                        <a:pt x="0" y="4697"/>
                      </a:lnTo>
                      <a:lnTo>
                        <a:pt x="0" y="21600"/>
                      </a:lnTo>
                      <a:lnTo>
                        <a:pt x="900" y="21600"/>
                      </a:lnTo>
                      <a:lnTo>
                        <a:pt x="7649" y="21600"/>
                      </a:lnTo>
                      <a:lnTo>
                        <a:pt x="8549" y="21600"/>
                      </a:lnTo>
                      <a:lnTo>
                        <a:pt x="8549" y="19724"/>
                      </a:lnTo>
                      <a:lnTo>
                        <a:pt x="13050" y="19724"/>
                      </a:lnTo>
                      <a:lnTo>
                        <a:pt x="13050" y="21600"/>
                      </a:lnTo>
                      <a:lnTo>
                        <a:pt x="13951" y="21600"/>
                      </a:lnTo>
                      <a:lnTo>
                        <a:pt x="20700" y="21600"/>
                      </a:lnTo>
                      <a:lnTo>
                        <a:pt x="21600" y="21600"/>
                      </a:lnTo>
                      <a:lnTo>
                        <a:pt x="21600" y="4697"/>
                      </a:lnTo>
                      <a:cubicBezTo>
                        <a:pt x="21600" y="4697"/>
                        <a:pt x="13951" y="4697"/>
                        <a:pt x="13951" y="4697"/>
                      </a:cubicBezTo>
                      <a:close/>
                      <a:moveTo>
                        <a:pt x="13951" y="469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" name="Group 23">
              <a:extLst>
                <a:ext uri="{FF2B5EF4-FFF2-40B4-BE49-F238E27FC236}">
                  <a16:creationId xmlns:a16="http://schemas.microsoft.com/office/drawing/2014/main" id="{223FC877-42B5-CBDB-C54A-67010D1E0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7819" y="3708393"/>
              <a:ext cx="1757559" cy="1271592"/>
              <a:chOff x="-306" y="-1180"/>
              <a:chExt cx="2952" cy="1602"/>
            </a:xfrm>
          </p:grpSpPr>
          <p:sp>
            <p:nvSpPr>
              <p:cNvPr id="19" name="Rectangle 17">
                <a:extLst>
                  <a:ext uri="{FF2B5EF4-FFF2-40B4-BE49-F238E27FC236}">
                    <a16:creationId xmlns:a16="http://schemas.microsoft.com/office/drawing/2014/main" id="{461BF080-6879-7480-EFA1-1DC6CC467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06" y="-586"/>
                <a:ext cx="2952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itchFamily="34" charset="0"/>
                  <a:ea typeface="ヒラギノ角ゴ ProN W3"/>
                  <a:cs typeface="ヒラギノ角ゴ ProN W3"/>
                  <a:sym typeface="Open Sans Light" pitchFamily="34" charset="0"/>
                </a:endParaRPr>
              </a:p>
            </p:txBody>
          </p:sp>
          <p:sp>
            <p:nvSpPr>
              <p:cNvPr id="20" name="Rectangle 18">
                <a:extLst>
                  <a:ext uri="{FF2B5EF4-FFF2-40B4-BE49-F238E27FC236}">
                    <a16:creationId xmlns:a16="http://schemas.microsoft.com/office/drawing/2014/main" id="{2B4B3F19-96EA-39B3-D36C-D5D085093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" y="-1180"/>
                <a:ext cx="656" cy="487"/>
              </a:xfrm>
              <a:prstGeom prst="rect">
                <a:avLst/>
              </a:prstGeom>
              <a:solidFill>
                <a:srgbClr val="96E1F3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grpSp>
            <p:nvGrpSpPr>
              <p:cNvPr id="21" name="Group 22">
                <a:extLst>
                  <a:ext uri="{FF2B5EF4-FFF2-40B4-BE49-F238E27FC236}">
                    <a16:creationId xmlns:a16="http://schemas.microsoft.com/office/drawing/2014/main" id="{93AECB83-5DFA-8257-5B3A-D82D45224B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" y="202"/>
                <a:ext cx="380" cy="220"/>
                <a:chOff x="4" y="79"/>
                <a:chExt cx="380" cy="220"/>
              </a:xfrm>
            </p:grpSpPr>
            <p:sp>
              <p:nvSpPr>
                <p:cNvPr id="22" name="AutoShape 20">
                  <a:extLst>
                    <a:ext uri="{FF2B5EF4-FFF2-40B4-BE49-F238E27FC236}">
                      <a16:creationId xmlns:a16="http://schemas.microsoft.com/office/drawing/2014/main" id="{11493FB1-781C-91EA-352B-AFCBA92C02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6" y="79"/>
                  <a:ext cx="208" cy="84"/>
                </a:xfrm>
                <a:custGeom>
                  <a:avLst/>
                  <a:gdLst>
                    <a:gd name="T0" fmla="*/ 0 w 21531"/>
                    <a:gd name="T1" fmla="*/ 0 h 21506"/>
                    <a:gd name="T2" fmla="*/ 0 w 21531"/>
                    <a:gd name="T3" fmla="*/ 0 h 21506"/>
                    <a:gd name="T4" fmla="*/ 0 w 21531"/>
                    <a:gd name="T5" fmla="*/ 0 h 21506"/>
                    <a:gd name="T6" fmla="*/ 0 w 21531"/>
                    <a:gd name="T7" fmla="*/ 0 h 21506"/>
                    <a:gd name="T8" fmla="*/ 0 w 21531"/>
                    <a:gd name="T9" fmla="*/ 0 h 21506"/>
                    <a:gd name="T10" fmla="*/ 0 w 21531"/>
                    <a:gd name="T11" fmla="*/ 0 h 21506"/>
                    <a:gd name="T12" fmla="*/ 0 w 21531"/>
                    <a:gd name="T13" fmla="*/ 0 h 21506"/>
                    <a:gd name="T14" fmla="*/ 0 w 21531"/>
                    <a:gd name="T15" fmla="*/ 0 h 21506"/>
                    <a:gd name="T16" fmla="*/ 0 w 21531"/>
                    <a:gd name="T17" fmla="*/ 0 h 21506"/>
                    <a:gd name="T18" fmla="*/ 0 w 21531"/>
                    <a:gd name="T19" fmla="*/ 0 h 21506"/>
                    <a:gd name="T20" fmla="*/ 0 w 21531"/>
                    <a:gd name="T21" fmla="*/ 0 h 21506"/>
                    <a:gd name="T22" fmla="*/ 0 w 21531"/>
                    <a:gd name="T23" fmla="*/ 0 h 21506"/>
                    <a:gd name="T24" fmla="*/ 0 w 21531"/>
                    <a:gd name="T25" fmla="*/ 0 h 21506"/>
                    <a:gd name="T26" fmla="*/ 0 w 21531"/>
                    <a:gd name="T27" fmla="*/ 0 h 21506"/>
                    <a:gd name="T28" fmla="*/ 0 w 21531"/>
                    <a:gd name="T29" fmla="*/ 0 h 215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1531" h="21506">
                      <a:moveTo>
                        <a:pt x="704" y="17516"/>
                      </a:moveTo>
                      <a:cubicBezTo>
                        <a:pt x="884" y="17516"/>
                        <a:pt x="1065" y="17424"/>
                        <a:pt x="1202" y="17237"/>
                      </a:cubicBezTo>
                      <a:lnTo>
                        <a:pt x="12118" y="2323"/>
                      </a:lnTo>
                      <a:lnTo>
                        <a:pt x="13544" y="4270"/>
                      </a:lnTo>
                      <a:lnTo>
                        <a:pt x="6540" y="13836"/>
                      </a:lnTo>
                      <a:lnTo>
                        <a:pt x="12158" y="21506"/>
                      </a:lnTo>
                      <a:lnTo>
                        <a:pt x="21531" y="8700"/>
                      </a:lnTo>
                      <a:lnTo>
                        <a:pt x="15914" y="1030"/>
                      </a:lnTo>
                      <a:lnTo>
                        <a:pt x="14538" y="2908"/>
                      </a:lnTo>
                      <a:lnTo>
                        <a:pt x="12617" y="282"/>
                      </a:lnTo>
                      <a:cubicBezTo>
                        <a:pt x="12341" y="-94"/>
                        <a:pt x="11896" y="-94"/>
                        <a:pt x="11620" y="282"/>
                      </a:cubicBezTo>
                      <a:lnTo>
                        <a:pt x="206" y="15875"/>
                      </a:lnTo>
                      <a:cubicBezTo>
                        <a:pt x="-69" y="16251"/>
                        <a:pt x="-69" y="16860"/>
                        <a:pt x="206" y="17237"/>
                      </a:cubicBezTo>
                      <a:cubicBezTo>
                        <a:pt x="344" y="17424"/>
                        <a:pt x="523" y="17516"/>
                        <a:pt x="704" y="17516"/>
                      </a:cubicBezTo>
                      <a:close/>
                      <a:moveTo>
                        <a:pt x="704" y="17516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  <p:sp>
              <p:nvSpPr>
                <p:cNvPr id="23" name="AutoShape 21">
                  <a:extLst>
                    <a:ext uri="{FF2B5EF4-FFF2-40B4-BE49-F238E27FC236}">
                      <a16:creationId xmlns:a16="http://schemas.microsoft.com/office/drawing/2014/main" id="{DA81AD88-5BCF-A9F6-C4DE-7F8F8112CB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" y="146"/>
                  <a:ext cx="277" cy="1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600" h="21600">
                      <a:moveTo>
                        <a:pt x="21600" y="4247"/>
                      </a:moveTo>
                      <a:lnTo>
                        <a:pt x="17359" y="0"/>
                      </a:lnTo>
                      <a:lnTo>
                        <a:pt x="5124" y="12256"/>
                      </a:lnTo>
                      <a:lnTo>
                        <a:pt x="6356" y="13489"/>
                      </a:lnTo>
                      <a:cubicBezTo>
                        <a:pt x="5837" y="13232"/>
                        <a:pt x="5272" y="13101"/>
                        <a:pt x="4707" y="13101"/>
                      </a:cubicBezTo>
                      <a:cubicBezTo>
                        <a:pt x="3752" y="13101"/>
                        <a:pt x="2798" y="13466"/>
                        <a:pt x="2070" y="14197"/>
                      </a:cubicBezTo>
                      <a:cubicBezTo>
                        <a:pt x="1995" y="14270"/>
                        <a:pt x="1923" y="14350"/>
                        <a:pt x="1854" y="14435"/>
                      </a:cubicBezTo>
                      <a:cubicBezTo>
                        <a:pt x="1820" y="14474"/>
                        <a:pt x="1788" y="14517"/>
                        <a:pt x="1756" y="14558"/>
                      </a:cubicBezTo>
                      <a:cubicBezTo>
                        <a:pt x="1720" y="14605"/>
                        <a:pt x="1684" y="14653"/>
                        <a:pt x="1649" y="14703"/>
                      </a:cubicBezTo>
                      <a:cubicBezTo>
                        <a:pt x="1624" y="14739"/>
                        <a:pt x="1598" y="14775"/>
                        <a:pt x="1575" y="14812"/>
                      </a:cubicBezTo>
                      <a:cubicBezTo>
                        <a:pt x="440" y="16519"/>
                        <a:pt x="100" y="19363"/>
                        <a:pt x="0" y="20762"/>
                      </a:cubicBezTo>
                      <a:lnTo>
                        <a:pt x="3488" y="17269"/>
                      </a:lnTo>
                      <a:lnTo>
                        <a:pt x="4240" y="18023"/>
                      </a:lnTo>
                      <a:lnTo>
                        <a:pt x="667" y="21600"/>
                      </a:lnTo>
                      <a:cubicBezTo>
                        <a:pt x="2135" y="21574"/>
                        <a:pt x="5520" y="21307"/>
                        <a:pt x="7343" y="19479"/>
                      </a:cubicBezTo>
                      <a:cubicBezTo>
                        <a:pt x="8504" y="18317"/>
                        <a:pt x="8737" y="16581"/>
                        <a:pt x="8049" y="15185"/>
                      </a:cubicBezTo>
                      <a:lnTo>
                        <a:pt x="9364" y="16503"/>
                      </a:lnTo>
                      <a:cubicBezTo>
                        <a:pt x="9364" y="16503"/>
                        <a:pt x="21600" y="4247"/>
                        <a:pt x="21600" y="4247"/>
                      </a:cubicBezTo>
                      <a:close/>
                      <a:moveTo>
                        <a:pt x="21600" y="4247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8" name="Group 28">
              <a:extLst>
                <a:ext uri="{FF2B5EF4-FFF2-40B4-BE49-F238E27FC236}">
                  <a16:creationId xmlns:a16="http://schemas.microsoft.com/office/drawing/2014/main" id="{1556099F-82C6-529D-BDCF-A5E211EA74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2711" y="2744788"/>
              <a:ext cx="1758743" cy="773905"/>
              <a:chOff x="-369" y="-20"/>
              <a:chExt cx="2953" cy="975"/>
            </a:xfrm>
          </p:grpSpPr>
          <p:sp>
            <p:nvSpPr>
              <p:cNvPr id="16" name="Rectangle 24">
                <a:extLst>
                  <a:ext uri="{FF2B5EF4-FFF2-40B4-BE49-F238E27FC236}">
                    <a16:creationId xmlns:a16="http://schemas.microsoft.com/office/drawing/2014/main" id="{549A7867-D3C3-D2D0-4F2F-7E1AEA3A8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69" y="647"/>
                <a:ext cx="2953" cy="3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fontAlgn="auto" latinLnBrk="1">
                  <a:spcBef>
                    <a:spcPts val="0"/>
                  </a:spcBef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endParaRPr kumimoji="0" lang="ko-KR" altLang="en-US" sz="1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Arial Unicode MS" pitchFamily="50" charset="-127"/>
                  <a:cs typeface="Times New Roman" pitchFamily="18" charset="0"/>
                </a:endParaRPr>
              </a:p>
            </p:txBody>
          </p:sp>
          <p:sp>
            <p:nvSpPr>
              <p:cNvPr id="17" name="Rectangle 25">
                <a:extLst>
                  <a:ext uri="{FF2B5EF4-FFF2-40B4-BE49-F238E27FC236}">
                    <a16:creationId xmlns:a16="http://schemas.microsoft.com/office/drawing/2014/main" id="{8A2830F3-3739-05CD-5115-CF42BAC58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" y="-20"/>
                <a:ext cx="655" cy="48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1" latinLnBrk="1" hangingPunct="1">
                  <a:defRPr/>
                </a:pPr>
                <a:endParaRPr lang="ko-KR" altLang="ko-KR" dirty="0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18" name="AutoShape 27">
                <a:extLst>
                  <a:ext uri="{FF2B5EF4-FFF2-40B4-BE49-F238E27FC236}">
                    <a16:creationId xmlns:a16="http://schemas.microsoft.com/office/drawing/2014/main" id="{B1682FB7-756E-4FA4-FD6E-760312062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" y="82"/>
                <a:ext cx="343" cy="26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w 21600"/>
                  <a:gd name="T39" fmla="*/ 0 h 21600"/>
                  <a:gd name="T40" fmla="*/ 0 w 21600"/>
                  <a:gd name="T41" fmla="*/ 0 h 21600"/>
                  <a:gd name="T42" fmla="*/ 0 w 21600"/>
                  <a:gd name="T43" fmla="*/ 0 h 21600"/>
                  <a:gd name="T44" fmla="*/ 0 w 21600"/>
                  <a:gd name="T45" fmla="*/ 0 h 21600"/>
                  <a:gd name="T46" fmla="*/ 0 w 21600"/>
                  <a:gd name="T47" fmla="*/ 0 h 21600"/>
                  <a:gd name="T48" fmla="*/ 0 w 21600"/>
                  <a:gd name="T49" fmla="*/ 0 h 21600"/>
                  <a:gd name="T50" fmla="*/ 0 w 21600"/>
                  <a:gd name="T51" fmla="*/ 0 h 21600"/>
                  <a:gd name="T52" fmla="*/ 0 w 21600"/>
                  <a:gd name="T53" fmla="*/ 0 h 21600"/>
                  <a:gd name="T54" fmla="*/ 0 w 21600"/>
                  <a:gd name="T55" fmla="*/ 0 h 21600"/>
                  <a:gd name="T56" fmla="*/ 0 w 21600"/>
                  <a:gd name="T57" fmla="*/ 0 h 21600"/>
                  <a:gd name="T58" fmla="*/ 0 w 21600"/>
                  <a:gd name="T59" fmla="*/ 0 h 21600"/>
                  <a:gd name="T60" fmla="*/ 0 w 21600"/>
                  <a:gd name="T61" fmla="*/ 0 h 21600"/>
                  <a:gd name="T62" fmla="*/ 0 w 21600"/>
                  <a:gd name="T63" fmla="*/ 0 h 21600"/>
                  <a:gd name="T64" fmla="*/ 0 w 21600"/>
                  <a:gd name="T65" fmla="*/ 0 h 21600"/>
                  <a:gd name="T66" fmla="*/ 0 w 21600"/>
                  <a:gd name="T67" fmla="*/ 0 h 21600"/>
                  <a:gd name="T68" fmla="*/ 0 w 21600"/>
                  <a:gd name="T69" fmla="*/ 0 h 21600"/>
                  <a:gd name="T70" fmla="*/ 0 w 21600"/>
                  <a:gd name="T71" fmla="*/ 0 h 21600"/>
                  <a:gd name="T72" fmla="*/ 0 w 21600"/>
                  <a:gd name="T73" fmla="*/ 0 h 21600"/>
                  <a:gd name="T74" fmla="*/ 0 w 21600"/>
                  <a:gd name="T75" fmla="*/ 0 h 21600"/>
                  <a:gd name="T76" fmla="*/ 0 w 21600"/>
                  <a:gd name="T77" fmla="*/ 0 h 2160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1600" h="21600">
                    <a:moveTo>
                      <a:pt x="10800" y="13825"/>
                    </a:moveTo>
                    <a:cubicBezTo>
                      <a:pt x="9129" y="13825"/>
                      <a:pt x="7776" y="12470"/>
                      <a:pt x="7776" y="10800"/>
                    </a:cubicBezTo>
                    <a:cubicBezTo>
                      <a:pt x="7776" y="9129"/>
                      <a:pt x="9129" y="7775"/>
                      <a:pt x="10800" y="7775"/>
                    </a:cubicBezTo>
                    <a:cubicBezTo>
                      <a:pt x="12471" y="7775"/>
                      <a:pt x="13824" y="9129"/>
                      <a:pt x="13824" y="10800"/>
                    </a:cubicBezTo>
                    <a:cubicBezTo>
                      <a:pt x="13824" y="12470"/>
                      <a:pt x="12471" y="13825"/>
                      <a:pt x="10800" y="13825"/>
                    </a:cubicBezTo>
                    <a:close/>
                    <a:moveTo>
                      <a:pt x="21600" y="12960"/>
                    </a:moveTo>
                    <a:lnTo>
                      <a:pt x="21600" y="8640"/>
                    </a:lnTo>
                    <a:lnTo>
                      <a:pt x="19194" y="8640"/>
                    </a:lnTo>
                    <a:cubicBezTo>
                      <a:pt x="18999" y="7831"/>
                      <a:pt x="18695" y="7066"/>
                      <a:pt x="18291" y="6364"/>
                    </a:cubicBezTo>
                    <a:lnTo>
                      <a:pt x="19964" y="4690"/>
                    </a:lnTo>
                    <a:lnTo>
                      <a:pt x="16909" y="1636"/>
                    </a:lnTo>
                    <a:lnTo>
                      <a:pt x="15271" y="3274"/>
                    </a:lnTo>
                    <a:cubicBezTo>
                      <a:pt x="14561" y="2844"/>
                      <a:pt x="13785" y="2513"/>
                      <a:pt x="12960" y="2300"/>
                    </a:cubicBezTo>
                    <a:lnTo>
                      <a:pt x="12960" y="0"/>
                    </a:lnTo>
                    <a:lnTo>
                      <a:pt x="8640" y="0"/>
                    </a:lnTo>
                    <a:lnTo>
                      <a:pt x="8640" y="2300"/>
                    </a:lnTo>
                    <a:cubicBezTo>
                      <a:pt x="7815" y="2513"/>
                      <a:pt x="7039" y="2844"/>
                      <a:pt x="6329" y="3274"/>
                    </a:cubicBezTo>
                    <a:lnTo>
                      <a:pt x="4691" y="1636"/>
                    </a:lnTo>
                    <a:lnTo>
                      <a:pt x="1636" y="4690"/>
                    </a:lnTo>
                    <a:lnTo>
                      <a:pt x="3309" y="6364"/>
                    </a:lnTo>
                    <a:cubicBezTo>
                      <a:pt x="2905" y="7066"/>
                      <a:pt x="2601" y="7831"/>
                      <a:pt x="2407" y="8640"/>
                    </a:cubicBezTo>
                    <a:lnTo>
                      <a:pt x="0" y="8640"/>
                    </a:lnTo>
                    <a:lnTo>
                      <a:pt x="0" y="12960"/>
                    </a:lnTo>
                    <a:lnTo>
                      <a:pt x="2480" y="12960"/>
                    </a:lnTo>
                    <a:cubicBezTo>
                      <a:pt x="2694" y="13733"/>
                      <a:pt x="3010" y="14459"/>
                      <a:pt x="3417" y="15128"/>
                    </a:cubicBezTo>
                    <a:lnTo>
                      <a:pt x="1636" y="16910"/>
                    </a:lnTo>
                    <a:lnTo>
                      <a:pt x="4691" y="19964"/>
                    </a:lnTo>
                    <a:lnTo>
                      <a:pt x="6506" y="18148"/>
                    </a:lnTo>
                    <a:cubicBezTo>
                      <a:pt x="7168" y="18528"/>
                      <a:pt x="7884" y="18820"/>
                      <a:pt x="8640" y="19015"/>
                    </a:cubicBezTo>
                    <a:lnTo>
                      <a:pt x="8640" y="21600"/>
                    </a:lnTo>
                    <a:lnTo>
                      <a:pt x="12960" y="21600"/>
                    </a:lnTo>
                    <a:lnTo>
                      <a:pt x="12960" y="19015"/>
                    </a:lnTo>
                    <a:cubicBezTo>
                      <a:pt x="13717" y="18820"/>
                      <a:pt x="14432" y="18528"/>
                      <a:pt x="15094" y="18148"/>
                    </a:cubicBezTo>
                    <a:lnTo>
                      <a:pt x="16909" y="19964"/>
                    </a:lnTo>
                    <a:lnTo>
                      <a:pt x="19964" y="16910"/>
                    </a:lnTo>
                    <a:lnTo>
                      <a:pt x="18183" y="15128"/>
                    </a:lnTo>
                    <a:cubicBezTo>
                      <a:pt x="18590" y="14459"/>
                      <a:pt x="18907" y="13733"/>
                      <a:pt x="19121" y="12960"/>
                    </a:cubicBezTo>
                    <a:cubicBezTo>
                      <a:pt x="19121" y="12960"/>
                      <a:pt x="21600" y="12960"/>
                      <a:pt x="21600" y="12960"/>
                    </a:cubicBezTo>
                    <a:close/>
                    <a:moveTo>
                      <a:pt x="21600" y="1296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9" name="Group 33">
              <a:extLst>
                <a:ext uri="{FF2B5EF4-FFF2-40B4-BE49-F238E27FC236}">
                  <a16:creationId xmlns:a16="http://schemas.microsoft.com/office/drawing/2014/main" id="{97D2081B-2EDE-0D59-6D26-0364BAA688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1385" y="3709983"/>
              <a:ext cx="1758742" cy="711201"/>
              <a:chOff x="-69" y="-1178"/>
              <a:chExt cx="2953" cy="896"/>
            </a:xfrm>
          </p:grpSpPr>
          <p:sp>
            <p:nvSpPr>
              <p:cNvPr id="13" name="Rectangle 29">
                <a:extLst>
                  <a:ext uri="{FF2B5EF4-FFF2-40B4-BE49-F238E27FC236}">
                    <a16:creationId xmlns:a16="http://schemas.microsoft.com/office/drawing/2014/main" id="{3FE43CB2-AC54-B156-E551-8692C82AE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69" y="-586"/>
                <a:ext cx="2953" cy="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ko-KR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itchFamily="34" charset="0"/>
                  <a:ea typeface="ヒラギノ角ゴ ProN W3"/>
                  <a:cs typeface="ヒラギノ角ゴ ProN W3"/>
                  <a:sym typeface="Open Sans Light" pitchFamily="34" charset="0"/>
                </a:endParaRPr>
              </a:p>
            </p:txBody>
          </p:sp>
          <p:sp>
            <p:nvSpPr>
              <p:cNvPr id="14" name="Rectangle 30">
                <a:extLst>
                  <a:ext uri="{FF2B5EF4-FFF2-40B4-BE49-F238E27FC236}">
                    <a16:creationId xmlns:a16="http://schemas.microsoft.com/office/drawing/2014/main" id="{5430083D-0545-7070-7E4D-4BE102A26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" y="-1178"/>
                <a:ext cx="658" cy="485"/>
              </a:xfrm>
              <a:prstGeom prst="rect">
                <a:avLst/>
              </a:prstGeom>
              <a:solidFill>
                <a:srgbClr val="8CDFDF"/>
              </a:solidFill>
              <a:ln w="25400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ko-KR" altLang="ko-KR" sz="1800">
                  <a:solidFill>
                    <a:srgbClr val="D6466F"/>
                  </a:solidFill>
                  <a:latin typeface="Calibri" panose="020F0502020204030204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15" name="AutoShape 32">
                <a:extLst>
                  <a:ext uri="{FF2B5EF4-FFF2-40B4-BE49-F238E27FC236}">
                    <a16:creationId xmlns:a16="http://schemas.microsoft.com/office/drawing/2014/main" id="{11341735-2D32-250D-0852-ACCD7A045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" y="-1041"/>
                <a:ext cx="357" cy="20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</p:grpSp>
        <p:grpSp>
          <p:nvGrpSpPr>
            <p:cNvPr id="10" name="Group 1">
              <a:extLst>
                <a:ext uri="{FF2B5EF4-FFF2-40B4-BE49-F238E27FC236}">
                  <a16:creationId xmlns:a16="http://schemas.microsoft.com/office/drawing/2014/main" id="{68B7DE38-D840-CD49-5699-751303A2C1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26" y="2744788"/>
              <a:ext cx="3505199" cy="3422650"/>
              <a:chOff x="1011720" y="2058590"/>
              <a:chExt cx="2902744" cy="2566988"/>
            </a:xfrm>
          </p:grpSpPr>
          <p:sp>
            <p:nvSpPr>
              <p:cNvPr id="11" name="AutoShape 7">
                <a:extLst>
                  <a:ext uri="{FF2B5EF4-FFF2-40B4-BE49-F238E27FC236}">
                    <a16:creationId xmlns:a16="http://schemas.microsoft.com/office/drawing/2014/main" id="{0CAC95A5-024D-6CBD-21BF-7A4C4264F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720" y="2058590"/>
                <a:ext cx="2902744" cy="2566988"/>
              </a:xfrm>
              <a:custGeom>
                <a:avLst/>
                <a:gdLst>
                  <a:gd name="T0" fmla="*/ 2147483646 w 21600"/>
                  <a:gd name="T1" fmla="*/ 2147483646 h 21600"/>
                  <a:gd name="T2" fmla="*/ 2147483646 w 21600"/>
                  <a:gd name="T3" fmla="*/ 0 h 21600"/>
                  <a:gd name="T4" fmla="*/ 0 w 21600"/>
                  <a:gd name="T5" fmla="*/ 0 h 21600"/>
                  <a:gd name="T6" fmla="*/ 0 w 21600"/>
                  <a:gd name="T7" fmla="*/ 2147483646 h 21600"/>
                  <a:gd name="T8" fmla="*/ 2147483646 w 21600"/>
                  <a:gd name="T9" fmla="*/ 2147483646 h 21600"/>
                  <a:gd name="T10" fmla="*/ 2147483646 w 21600"/>
                  <a:gd name="T11" fmla="*/ 2147483646 h 21600"/>
                  <a:gd name="T12" fmla="*/ 2147483646 w 21600"/>
                  <a:gd name="T13" fmla="*/ 2147483646 h 21600"/>
                  <a:gd name="T14" fmla="*/ 2147483646 w 21600"/>
                  <a:gd name="T15" fmla="*/ 2147483646 h 21600"/>
                  <a:gd name="T16" fmla="*/ 2147483646 w 21600"/>
                  <a:gd name="T17" fmla="*/ 2147483646 h 21600"/>
                  <a:gd name="T18" fmla="*/ 2147483646 w 21600"/>
                  <a:gd name="T19" fmla="*/ 2147483646 h 21600"/>
                  <a:gd name="T20" fmla="*/ 2147483646 w 21600"/>
                  <a:gd name="T21" fmla="*/ 2147483646 h 21600"/>
                  <a:gd name="T22" fmla="*/ 2147483646 w 21600"/>
                  <a:gd name="T23" fmla="*/ 2147483646 h 21600"/>
                  <a:gd name="T24" fmla="*/ 2147483646 w 21600"/>
                  <a:gd name="T25" fmla="*/ 2147483646 h 21600"/>
                  <a:gd name="T26" fmla="*/ 2147483646 w 21600"/>
                  <a:gd name="T27" fmla="*/ 2147483646 h 216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00" h="21600">
                    <a:moveTo>
                      <a:pt x="21600" y="16904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16904"/>
                    </a:lnTo>
                    <a:lnTo>
                      <a:pt x="10385" y="16904"/>
                    </a:lnTo>
                    <a:lnTo>
                      <a:pt x="10385" y="20660"/>
                    </a:lnTo>
                    <a:lnTo>
                      <a:pt x="7476" y="20660"/>
                    </a:lnTo>
                    <a:lnTo>
                      <a:pt x="7476" y="21600"/>
                    </a:lnTo>
                    <a:lnTo>
                      <a:pt x="14123" y="21600"/>
                    </a:lnTo>
                    <a:lnTo>
                      <a:pt x="14123" y="20660"/>
                    </a:lnTo>
                    <a:lnTo>
                      <a:pt x="11216" y="20660"/>
                    </a:lnTo>
                    <a:lnTo>
                      <a:pt x="11216" y="16904"/>
                    </a:lnTo>
                    <a:cubicBezTo>
                      <a:pt x="11216" y="16904"/>
                      <a:pt x="21600" y="16904"/>
                      <a:pt x="21600" y="16904"/>
                    </a:cubicBezTo>
                    <a:close/>
                    <a:moveTo>
                      <a:pt x="21600" y="16904"/>
                    </a:moveTo>
                  </a:path>
                </a:pathLst>
              </a:custGeom>
              <a:solidFill>
                <a:srgbClr val="8C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ko-KR" altLang="en-US"/>
              </a:p>
            </p:txBody>
          </p:sp>
          <p:sp>
            <p:nvSpPr>
              <p:cNvPr id="12" name="Rectangle 34">
                <a:extLst>
                  <a:ext uri="{FF2B5EF4-FFF2-40B4-BE49-F238E27FC236}">
                    <a16:creationId xmlns:a16="http://schemas.microsoft.com/office/drawing/2014/main" id="{2E70B576-BA6D-1F08-32D1-1D74BDB00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199" y="2151736"/>
                <a:ext cx="2720622" cy="181908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lIns="34290" tIns="17145" rIns="34290" bIns="17145"/>
              <a:lstStyle>
                <a:lvl1pPr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defTabSz="342900" eaLnBrk="0" hangingPunct="0">
                  <a:spcBef>
                    <a:spcPct val="20000"/>
                  </a:spcBef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defTabSz="3429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eaLnBrk="1" latin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ko-KR" altLang="ko-KR" sz="1800" dirty="0">
                  <a:solidFill>
                    <a:srgbClr val="D6466F"/>
                  </a:solidFill>
                  <a:latin typeface="Calibri" pitchFamily="34" charset="0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C85F5A-3638-022E-B464-BB73AB4EA3B8}"/>
              </a:ext>
            </a:extLst>
          </p:cNvPr>
          <p:cNvSpPr/>
          <p:nvPr/>
        </p:nvSpPr>
        <p:spPr bwMode="auto">
          <a:xfrm>
            <a:off x="802707" y="2319557"/>
            <a:ext cx="3273621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I. </a:t>
            </a:r>
            <a:r>
              <a:rPr kumimoji="0"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소스분석</a:t>
            </a:r>
          </a:p>
        </p:txBody>
      </p:sp>
    </p:spTree>
    <p:extLst>
      <p:ext uri="{BB962C8B-B14F-4D97-AF65-F5344CB8AC3E}">
        <p14:creationId xmlns:p14="http://schemas.microsoft.com/office/powerpoint/2010/main" val="99077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DB0516F-5719-95C9-5A14-909C787E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4074538"/>
            <a:ext cx="2554288" cy="1978024"/>
          </a:xfrm>
          <a:prstGeom prst="rect">
            <a:avLst/>
          </a:prstGeom>
        </p:spPr>
      </p:pic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9682C9FC-97E8-40CE-A52F-B8F653188809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BA7854-5E39-481A-99DF-FA5EDEB5F3AF}"/>
              </a:ext>
            </a:extLst>
          </p:cNvPr>
          <p:cNvSpPr/>
          <p:nvPr/>
        </p:nvSpPr>
        <p:spPr bwMode="auto">
          <a:xfrm>
            <a:off x="323528" y="388888"/>
            <a:ext cx="67072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1.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물체를 바라보면 다른 나라로 이동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F9B88-EE32-4438-A88D-7AE05ECABCE0}"/>
              </a:ext>
            </a:extLst>
          </p:cNvPr>
          <p:cNvSpPr txBox="1"/>
          <p:nvPr/>
        </p:nvSpPr>
        <p:spPr>
          <a:xfrm>
            <a:off x="609600" y="1309688"/>
            <a:ext cx="6742113" cy="369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 dirty="0"/>
              <a:t>다른 나라로 이동하는 방법</a:t>
            </a:r>
            <a:r>
              <a:rPr lang="en-US" altLang="ko-KR" dirty="0"/>
              <a:t>: </a:t>
            </a:r>
            <a:r>
              <a:rPr lang="ko-KR" altLang="en-US" dirty="0"/>
              <a:t>삼각대의 위치를 다른 나라로 옮김</a:t>
            </a:r>
          </a:p>
        </p:txBody>
      </p:sp>
      <p:sp>
        <p:nvSpPr>
          <p:cNvPr id="62469" name="슬라이드 번호 개체 틀 7">
            <a:extLst>
              <a:ext uri="{FF2B5EF4-FFF2-40B4-BE49-F238E27FC236}">
                <a16:creationId xmlns:a16="http://schemas.microsoft.com/office/drawing/2014/main" id="{64162A69-3F1A-4D15-8584-CBD303E4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FEECBF-19F8-44F6-BBCE-33CA5A89AB32}" type="slidenum">
              <a:rPr lang="ko-KR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ko-KR" altLang="en-US" sz="1200">
              <a:solidFill>
                <a:srgbClr val="898989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41E63F-1F1E-4464-A3DA-5667E2CA9E05}"/>
              </a:ext>
            </a:extLst>
          </p:cNvPr>
          <p:cNvSpPr/>
          <p:nvPr/>
        </p:nvSpPr>
        <p:spPr>
          <a:xfrm>
            <a:off x="609600" y="2132013"/>
            <a:ext cx="821055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Camera.main.transform.parent.position = ball1.position;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print(Camera.main.transform.parent.name);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endParaRPr lang="ko-KR" altLang="en-US" sz="1200" dirty="0"/>
          </a:p>
        </p:txBody>
      </p:sp>
      <p:pic>
        <p:nvPicPr>
          <p:cNvPr id="62472" name="그림 19">
            <a:extLst>
              <a:ext uri="{FF2B5EF4-FFF2-40B4-BE49-F238E27FC236}">
                <a16:creationId xmlns:a16="http://schemas.microsoft.com/office/drawing/2014/main" id="{D1181F7F-0CBA-43E7-AAB9-0F071F11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975" y="4197350"/>
            <a:ext cx="22542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3" name="그림 20">
            <a:extLst>
              <a:ext uri="{FF2B5EF4-FFF2-40B4-BE49-F238E27FC236}">
                <a16:creationId xmlns:a16="http://schemas.microsoft.com/office/drawing/2014/main" id="{2A79EF07-A6A4-47CC-922A-EB235B58E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38" y="4138613"/>
            <a:ext cx="2251075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4" name="TextBox 21">
            <a:extLst>
              <a:ext uri="{FF2B5EF4-FFF2-40B4-BE49-F238E27FC236}">
                <a16:creationId xmlns:a16="http://schemas.microsoft.com/office/drawing/2014/main" id="{723AAF6E-8F12-4915-BE6E-1E515B84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4090988"/>
            <a:ext cx="817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50" charset="-127"/>
              </a:rPr>
              <a:t>tripod</a:t>
            </a:r>
            <a:endParaRPr lang="ko-KR" altLang="en-US" sz="1800">
              <a:solidFill>
                <a:schemeClr val="bg1"/>
              </a:solidFill>
              <a:ea typeface="굴림" panose="020B0600000101010101" pitchFamily="50" charset="-127"/>
            </a:endParaRPr>
          </a:p>
        </p:txBody>
      </p:sp>
      <p:sp>
        <p:nvSpPr>
          <p:cNvPr id="62475" name="TextBox 24">
            <a:extLst>
              <a:ext uri="{FF2B5EF4-FFF2-40B4-BE49-F238E27FC236}">
                <a16:creationId xmlns:a16="http://schemas.microsoft.com/office/drawing/2014/main" id="{8CCBFF72-9CED-4273-90CC-EBEEC9A79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4760913"/>
            <a:ext cx="817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>
                <a:solidFill>
                  <a:schemeClr val="bg1"/>
                </a:solidFill>
                <a:ea typeface="굴림" panose="020B0600000101010101" pitchFamily="50" charset="-127"/>
              </a:rPr>
              <a:t>tripod</a:t>
            </a:r>
            <a:endParaRPr lang="ko-KR" altLang="en-US" sz="1800">
              <a:solidFill>
                <a:schemeClr val="bg1"/>
              </a:solidFill>
              <a:ea typeface="굴림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90503AA-D4BF-487C-90B7-65DF0177E7B2}"/>
              </a:ext>
            </a:extLst>
          </p:cNvPr>
          <p:cNvCxnSpPr>
            <a:cxnSpLocks/>
          </p:cNvCxnSpPr>
          <p:nvPr/>
        </p:nvCxnSpPr>
        <p:spPr>
          <a:xfrm>
            <a:off x="6516216" y="3068960"/>
            <a:ext cx="1295872" cy="23047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말풍선: 타원형 25">
            <a:extLst>
              <a:ext uri="{FF2B5EF4-FFF2-40B4-BE49-F238E27FC236}">
                <a16:creationId xmlns:a16="http://schemas.microsoft.com/office/drawing/2014/main" id="{44E1C899-2DAE-4C11-8594-C49C6B745EAB}"/>
              </a:ext>
            </a:extLst>
          </p:cNvPr>
          <p:cNvSpPr/>
          <p:nvPr/>
        </p:nvSpPr>
        <p:spPr>
          <a:xfrm>
            <a:off x="4733925" y="3085803"/>
            <a:ext cx="1552575" cy="384175"/>
          </a:xfrm>
          <a:prstGeom prst="wedgeEllipseCallout">
            <a:avLst>
              <a:gd name="adj1" fmla="val -35949"/>
              <a:gd name="adj2" fmla="val -2127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tripod</a:t>
            </a:r>
            <a:endParaRPr lang="ko-KR" altLang="en-US" dirty="0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FD6EDDBA-4583-4590-B1A8-D7BF846EB793}"/>
              </a:ext>
            </a:extLst>
          </p:cNvPr>
          <p:cNvSpPr/>
          <p:nvPr/>
        </p:nvSpPr>
        <p:spPr>
          <a:xfrm>
            <a:off x="5953125" y="4883150"/>
            <a:ext cx="360363" cy="427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1D3EC1-972E-4C44-B1F8-EBBF56DE5E6A}"/>
              </a:ext>
            </a:extLst>
          </p:cNvPr>
          <p:cNvSpPr/>
          <p:nvPr/>
        </p:nvSpPr>
        <p:spPr>
          <a:xfrm>
            <a:off x="755575" y="4760913"/>
            <a:ext cx="1987625" cy="412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96D1D-0937-41DA-A85C-171787182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5973763"/>
            <a:ext cx="1277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solidFill>
                  <a:srgbClr val="FF0000"/>
                </a:solidFill>
                <a:ea typeface="굴림" panose="020B0600000101010101" pitchFamily="50" charset="-127"/>
              </a:rPr>
              <a:t>ball1</a:t>
            </a:r>
            <a:endParaRPr lang="ko-KR" altLang="en-US" sz="1800" dirty="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4" grpId="0"/>
      <p:bldP spid="62475" grpId="0"/>
      <p:bldP spid="26" grpId="0" animBg="1"/>
      <p:bldP spid="15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D5D89F-136B-16F7-E896-C202155F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B1875B-8DEE-D36A-62C3-9E6201226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162361"/>
            <a:ext cx="1774812" cy="2533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232A63-F7E5-1DD0-5CB9-EAF8DCEBCFB6}"/>
              </a:ext>
            </a:extLst>
          </p:cNvPr>
          <p:cNvSpPr txBox="1"/>
          <p:nvPr/>
        </p:nvSpPr>
        <p:spPr>
          <a:xfrm>
            <a:off x="1885949" y="4696901"/>
            <a:ext cx="2037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CameraPointer.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A49BB-0492-A550-80F1-61E097806770}"/>
              </a:ext>
            </a:extLst>
          </p:cNvPr>
          <p:cNvSpPr txBox="1"/>
          <p:nvPr/>
        </p:nvSpPr>
        <p:spPr>
          <a:xfrm>
            <a:off x="5508104" y="4695639"/>
            <a:ext cx="2448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ObjectController.cs</a:t>
            </a:r>
            <a:endParaRPr lang="ko-KR" altLang="en-US" dirty="0"/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3B2F0C6-2AA4-811B-5560-D7C96302FB53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5971A3-14A4-DD20-990F-8DB7F1A9393D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5724F4-D73E-C7BF-4387-84A0D18B3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05" y="2865232"/>
            <a:ext cx="996975" cy="98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5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48A530B-736E-C31D-2759-39EC9C76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FDFFB-B790-26E4-FF5E-F40366B46E3F}"/>
              </a:ext>
            </a:extLst>
          </p:cNvPr>
          <p:cNvSpPr txBox="1"/>
          <p:nvPr/>
        </p:nvSpPr>
        <p:spPr>
          <a:xfrm>
            <a:off x="971600" y="1124744"/>
            <a:ext cx="7200800" cy="483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E251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</a:t>
            </a:r>
            <a:r>
              <a:rPr lang="en-US" altLang="ko-KR" sz="1100" dirty="0">
                <a:solidFill>
                  <a:srgbClr val="E251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MonoBehaviour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const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float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maxDistance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10;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GameObject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public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Update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RaycastHit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hit;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Physics.Raycast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transform.position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transform.forward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out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hit,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maxDistance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정면에 어떤 물체가 있는가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 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있다면 그 물체를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에 배정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!=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hit.transform.gameObject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New </a:t>
            </a:r>
            <a:r>
              <a:rPr lang="en-US" altLang="ko-KR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GameObject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?.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);//</a:t>
            </a:r>
            <a:r>
              <a:rPr lang="ko-KR" altLang="en-US" sz="1100" dirty="0">
                <a:solidFill>
                  <a:srgbClr val="E251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앞에 물체가 없음 전달</a:t>
            </a:r>
            <a:endParaRPr lang="en-US" altLang="ko-KR" sz="1100" dirty="0">
              <a:solidFill>
                <a:srgbClr val="E251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hit.transform.gameObject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100" dirty="0" err="1">
                <a:solidFill>
                  <a:srgbClr val="E251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카메라앞에</a:t>
            </a:r>
            <a:r>
              <a:rPr lang="ko-KR" altLang="en-US" sz="1100" dirty="0">
                <a:solidFill>
                  <a:srgbClr val="E251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있는 물체이름 전달</a:t>
            </a:r>
            <a:endParaRPr lang="en-US" altLang="ko-KR" sz="1100" dirty="0">
              <a:solidFill>
                <a:srgbClr val="E251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gazedAtObject.SendMessage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);//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 물체에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＂</a:t>
            </a:r>
            <a:r>
              <a:rPr lang="ko-KR" altLang="en-US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전달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 No </a:t>
            </a:r>
            <a:r>
              <a:rPr lang="en-US" altLang="ko-KR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GameObject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detected in front of the camera.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?.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E86D9F9B-2822-3401-C144-6F0A797BAE1E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512C5-2BE7-3DF2-1E73-D62EEF85891F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6EB5DE-F767-F04D-4414-38D9AF18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759" y="1155516"/>
            <a:ext cx="836957" cy="11946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E960AE-1488-7AC6-D182-5DE26AB5AFE0}"/>
              </a:ext>
            </a:extLst>
          </p:cNvPr>
          <p:cNvSpPr txBox="1"/>
          <p:nvPr/>
        </p:nvSpPr>
        <p:spPr>
          <a:xfrm>
            <a:off x="4508691" y="505566"/>
            <a:ext cx="207405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ko-KR" sz="1800" dirty="0" err="1">
                <a:solidFill>
                  <a:schemeClr val="bg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60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A0D709-0408-EE7E-832A-D77E5177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DBA41D-A99C-8CF6-DB79-C5C3F31C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74" y="2490057"/>
            <a:ext cx="1774812" cy="2533278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3CB5004-4213-F66C-881B-8026407E7CAE}"/>
              </a:ext>
            </a:extLst>
          </p:cNvPr>
          <p:cNvSpPr/>
          <p:nvPr/>
        </p:nvSpPr>
        <p:spPr>
          <a:xfrm>
            <a:off x="3077286" y="3311687"/>
            <a:ext cx="2329644" cy="144016"/>
          </a:xfrm>
          <a:prstGeom prst="rightArrow">
            <a:avLst/>
          </a:prstGeom>
          <a:solidFill>
            <a:srgbClr val="E25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620A4-E7CB-CB66-28DA-5B413E925D5D}"/>
              </a:ext>
            </a:extLst>
          </p:cNvPr>
          <p:cNvSpPr txBox="1"/>
          <p:nvPr/>
        </p:nvSpPr>
        <p:spPr>
          <a:xfrm>
            <a:off x="2699793" y="3731565"/>
            <a:ext cx="37329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hit.transform.gameObject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en-US" altLang="ko-KR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6D052-F3DB-D652-57CA-C3B8F336CB90}"/>
              </a:ext>
            </a:extLst>
          </p:cNvPr>
          <p:cNvSpPr txBox="1"/>
          <p:nvPr/>
        </p:nvSpPr>
        <p:spPr>
          <a:xfrm>
            <a:off x="2817710" y="4170152"/>
            <a:ext cx="33907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보석에게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r>
              <a:rPr lang="ko-KR" altLang="en-US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전달</a:t>
            </a:r>
            <a:endParaRPr lang="ko-KR" altLang="en-US" sz="1100" dirty="0"/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gazedAtObject.SendMessage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F5F08-38CA-E80E-7709-559996AD87C8}"/>
              </a:ext>
            </a:extLst>
          </p:cNvPr>
          <p:cNvSpPr txBox="1"/>
          <p:nvPr/>
        </p:nvSpPr>
        <p:spPr>
          <a:xfrm>
            <a:off x="6619410" y="2528335"/>
            <a:ext cx="1319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5D32D-5287-66A8-2D6A-2375CE32671E}"/>
              </a:ext>
            </a:extLst>
          </p:cNvPr>
          <p:cNvSpPr txBox="1"/>
          <p:nvPr/>
        </p:nvSpPr>
        <p:spPr>
          <a:xfrm>
            <a:off x="2843564" y="2448797"/>
            <a:ext cx="12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정면에 물체가 있는가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59DCB-25D7-3912-7B00-B61205B6CFFD}"/>
              </a:ext>
            </a:extLst>
          </p:cNvPr>
          <p:cNvSpPr txBox="1"/>
          <p:nvPr/>
        </p:nvSpPr>
        <p:spPr>
          <a:xfrm>
            <a:off x="1256859" y="951781"/>
            <a:ext cx="2068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CameraPointer.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cs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640F1-B2C8-43B2-D36C-1513D05BF37B}"/>
              </a:ext>
            </a:extLst>
          </p:cNvPr>
          <p:cNvSpPr txBox="1"/>
          <p:nvPr/>
        </p:nvSpPr>
        <p:spPr>
          <a:xfrm>
            <a:off x="6077624" y="1065971"/>
            <a:ext cx="306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50B66075-2486-BA69-8E90-99AFB65435B2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409EF0-F2B8-D6C9-9B6F-5F4D7F53D656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1D645A-1BC6-D8F7-69D4-134F0CC3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10" y="2897667"/>
            <a:ext cx="725133" cy="7154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0D49AC-D9B8-BC9A-362E-73F1DE2D8AD5}"/>
              </a:ext>
            </a:extLst>
          </p:cNvPr>
          <p:cNvSpPr txBox="1"/>
          <p:nvPr/>
        </p:nvSpPr>
        <p:spPr>
          <a:xfrm>
            <a:off x="4123655" y="2490057"/>
            <a:ext cx="106186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=&gt; hit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715BB-8184-BEB4-789E-EBF1A0AD0A49}"/>
              </a:ext>
            </a:extLst>
          </p:cNvPr>
          <p:cNvSpPr txBox="1"/>
          <p:nvPr/>
        </p:nvSpPr>
        <p:spPr>
          <a:xfrm>
            <a:off x="1331696" y="1355639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8D879-4EC5-2BF4-1545-24AA806D5662}"/>
              </a:ext>
            </a:extLst>
          </p:cNvPr>
          <p:cNvSpPr txBox="1"/>
          <p:nvPr/>
        </p:nvSpPr>
        <p:spPr>
          <a:xfrm>
            <a:off x="1422578" y="1681412"/>
            <a:ext cx="2069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80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5184 0.0083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20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3" grpId="0"/>
      <p:bldP spid="14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A0D709-0408-EE7E-832A-D77E5177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DBA41D-A99C-8CF6-DB79-C5C3F31C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74" y="2490057"/>
            <a:ext cx="1774812" cy="2533278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3CB5004-4213-F66C-881B-8026407E7CAE}"/>
              </a:ext>
            </a:extLst>
          </p:cNvPr>
          <p:cNvSpPr/>
          <p:nvPr/>
        </p:nvSpPr>
        <p:spPr>
          <a:xfrm rot="759619" flipV="1">
            <a:off x="2987941" y="3984014"/>
            <a:ext cx="3164723" cy="126172"/>
          </a:xfrm>
          <a:prstGeom prst="rightArrow">
            <a:avLst/>
          </a:prstGeom>
          <a:solidFill>
            <a:srgbClr val="E25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6D052-F3DB-D652-57CA-C3B8F336CB90}"/>
              </a:ext>
            </a:extLst>
          </p:cNvPr>
          <p:cNvSpPr txBox="1"/>
          <p:nvPr/>
        </p:nvSpPr>
        <p:spPr>
          <a:xfrm>
            <a:off x="3067176" y="4577271"/>
            <a:ext cx="3737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보석에게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r>
              <a:rPr lang="ko-KR" altLang="en-US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전달</a:t>
            </a:r>
            <a:endParaRPr lang="ko-KR" altLang="en-US" sz="1100" dirty="0"/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gazedAtObject.SendMessage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F5F08-38CA-E80E-7709-559996AD87C8}"/>
              </a:ext>
            </a:extLst>
          </p:cNvPr>
          <p:cNvSpPr txBox="1"/>
          <p:nvPr/>
        </p:nvSpPr>
        <p:spPr>
          <a:xfrm>
            <a:off x="6577722" y="2321638"/>
            <a:ext cx="1319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5D32D-5287-66A8-2D6A-2375CE32671E}"/>
              </a:ext>
            </a:extLst>
          </p:cNvPr>
          <p:cNvSpPr txBox="1"/>
          <p:nvPr/>
        </p:nvSpPr>
        <p:spPr>
          <a:xfrm>
            <a:off x="3087167" y="2897667"/>
            <a:ext cx="12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정면에 물체가 있는가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59DCB-25D7-3912-7B00-B61205B6CFFD}"/>
              </a:ext>
            </a:extLst>
          </p:cNvPr>
          <p:cNvSpPr txBox="1"/>
          <p:nvPr/>
        </p:nvSpPr>
        <p:spPr>
          <a:xfrm>
            <a:off x="1256859" y="951781"/>
            <a:ext cx="2068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CameraPointer.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cs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640F1-B2C8-43B2-D36C-1513D05BF37B}"/>
              </a:ext>
            </a:extLst>
          </p:cNvPr>
          <p:cNvSpPr txBox="1"/>
          <p:nvPr/>
        </p:nvSpPr>
        <p:spPr>
          <a:xfrm>
            <a:off x="6077624" y="1065971"/>
            <a:ext cx="306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50B66075-2486-BA69-8E90-99AFB65435B2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409EF0-F2B8-D6C9-9B6F-5F4D7F53D656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1D645A-1BC6-D8F7-69D4-134F0CC3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10" y="2897667"/>
            <a:ext cx="725133" cy="7154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0D49AC-D9B8-BC9A-362E-73F1DE2D8AD5}"/>
              </a:ext>
            </a:extLst>
          </p:cNvPr>
          <p:cNvSpPr txBox="1"/>
          <p:nvPr/>
        </p:nvSpPr>
        <p:spPr>
          <a:xfrm>
            <a:off x="4570302" y="2945038"/>
            <a:ext cx="106186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dirty="0"/>
              <a:t>없음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715BB-8184-BEB4-789E-EBF1A0AD0A49}"/>
              </a:ext>
            </a:extLst>
          </p:cNvPr>
          <p:cNvSpPr txBox="1"/>
          <p:nvPr/>
        </p:nvSpPr>
        <p:spPr>
          <a:xfrm>
            <a:off x="1331696" y="1355639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C79CE6-58CF-38DF-7D02-84C16E2D3A8F}"/>
              </a:ext>
            </a:extLst>
          </p:cNvPr>
          <p:cNvSpPr/>
          <p:nvPr/>
        </p:nvSpPr>
        <p:spPr>
          <a:xfrm>
            <a:off x="6511421" y="4047100"/>
            <a:ext cx="1044351" cy="689463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3D9B2-83B5-B847-31EC-FA557917506B}"/>
              </a:ext>
            </a:extLst>
          </p:cNvPr>
          <p:cNvSpPr txBox="1"/>
          <p:nvPr/>
        </p:nvSpPr>
        <p:spPr>
          <a:xfrm>
            <a:off x="1331696" y="1711694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5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5184 0.0083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20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844A4D-5BCE-C35E-E152-5410993D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1DD56-45C0-534D-2F13-B0E9D48FC5BF}"/>
              </a:ext>
            </a:extLst>
          </p:cNvPr>
          <p:cNvSpPr txBox="1"/>
          <p:nvPr/>
        </p:nvSpPr>
        <p:spPr>
          <a:xfrm>
            <a:off x="697829" y="1173163"/>
            <a:ext cx="42242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class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MonoBehaviour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{public Material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endParaRPr lang="en-US" altLang="ko-KR" sz="1400" dirty="0">
              <a:solidFill>
                <a:schemeClr val="accent5">
                  <a:lumMod val="75000"/>
                </a:schemeClr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public Material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endParaRPr lang="ko-KR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82C88-DC31-118A-9E71-98847F653DED}"/>
              </a:ext>
            </a:extLst>
          </p:cNvPr>
          <p:cNvSpPr txBox="1"/>
          <p:nvPr/>
        </p:nvSpPr>
        <p:spPr>
          <a:xfrm>
            <a:off x="721244" y="1959621"/>
            <a:ext cx="45720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(true);//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D358F9-7A46-DAE1-1D80-4EBD91341FE2}"/>
              </a:ext>
            </a:extLst>
          </p:cNvPr>
          <p:cNvSpPr txBox="1"/>
          <p:nvPr/>
        </p:nvSpPr>
        <p:spPr>
          <a:xfrm>
            <a:off x="755576" y="2951946"/>
            <a:ext cx="45720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(false);//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A94A9-45B9-A03C-CCAD-7907FEF7C17C}"/>
              </a:ext>
            </a:extLst>
          </p:cNvPr>
          <p:cNvSpPr txBox="1"/>
          <p:nvPr/>
        </p:nvSpPr>
        <p:spPr>
          <a:xfrm>
            <a:off x="611560" y="4075439"/>
            <a:ext cx="66784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private void </a:t>
            </a:r>
            <a:r>
              <a:rPr lang="nb-NO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nb-NO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(bool gazedAt)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if (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!= null &amp;&amp;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!= null)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충돌하면 핑크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충돌하지 않으면 블루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_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myRenderer.material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?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80550-6649-0FBF-4A0E-4CD8B83FBEDC}"/>
              </a:ext>
            </a:extLst>
          </p:cNvPr>
          <p:cNvSpPr txBox="1"/>
          <p:nvPr/>
        </p:nvSpPr>
        <p:spPr>
          <a:xfrm>
            <a:off x="3419872" y="645739"/>
            <a:ext cx="207405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AF47EED-9D49-9640-962C-6844E2BD05B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FD319F-B929-FBF8-E3DA-61F857ED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233" y="410648"/>
            <a:ext cx="725133" cy="71546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CC569-7ED2-FAB5-9B49-2F17C0906BBE}"/>
              </a:ext>
            </a:extLst>
          </p:cNvPr>
          <p:cNvSpPr/>
          <p:nvPr/>
        </p:nvSpPr>
        <p:spPr bwMode="auto">
          <a:xfrm>
            <a:off x="397772" y="107577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6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844A4D-5BCE-C35E-E152-5410993D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80550-6649-0FBF-4A0E-4CD8B83FBEDC}"/>
              </a:ext>
            </a:extLst>
          </p:cNvPr>
          <p:cNvSpPr txBox="1"/>
          <p:nvPr/>
        </p:nvSpPr>
        <p:spPr>
          <a:xfrm>
            <a:off x="6660232" y="2070303"/>
            <a:ext cx="207405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AF47EED-9D49-9640-962C-6844E2BD05B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FD319F-B929-FBF8-E3DA-61F857ED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85" y="1184762"/>
            <a:ext cx="725133" cy="71546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CC569-7ED2-FAB5-9B49-2F17C0906BBE}"/>
              </a:ext>
            </a:extLst>
          </p:cNvPr>
          <p:cNvSpPr/>
          <p:nvPr/>
        </p:nvSpPr>
        <p:spPr bwMode="auto">
          <a:xfrm>
            <a:off x="397772" y="107577"/>
            <a:ext cx="67938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(</a:t>
            </a:r>
            <a:r>
              <a:rPr lang="en-US" altLang="ko-KR" sz="3200" dirty="0">
                <a:solidFill>
                  <a:srgbClr val="FF0000"/>
                </a:solidFill>
              </a:rPr>
              <a:t>C#</a:t>
            </a:r>
            <a:r>
              <a:rPr lang="ko-KR" altLang="en-US" sz="3200" dirty="0">
                <a:solidFill>
                  <a:srgbClr val="FF0000"/>
                </a:solidFill>
              </a:rPr>
              <a:t>의 </a:t>
            </a:r>
            <a:r>
              <a:rPr lang="en-US" altLang="ko-KR" sz="3200" dirty="0">
                <a:solidFill>
                  <a:srgbClr val="FF0000"/>
                </a:solidFill>
              </a:rPr>
              <a:t>?</a:t>
            </a:r>
            <a:r>
              <a:rPr lang="ko-KR" altLang="en-US" sz="3200" dirty="0">
                <a:solidFill>
                  <a:srgbClr val="FF0000"/>
                </a:solidFill>
              </a:rPr>
              <a:t>연산자</a:t>
            </a:r>
            <a:r>
              <a:rPr lang="en-US" altLang="ko-KR" sz="3200" dirty="0"/>
              <a:t>)</a:t>
            </a:r>
            <a:endParaRPr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1234" y="761541"/>
            <a:ext cx="4426212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err="1"/>
              <a:t>추가설명</a:t>
            </a:r>
            <a:r>
              <a:rPr lang="en-US" altLang="ko-KR" dirty="0"/>
              <a:t>(</a:t>
            </a:r>
            <a:r>
              <a:rPr lang="en-US" altLang="ko-KR" dirty="0" err="1"/>
              <a:t>c#</a:t>
            </a:r>
            <a:r>
              <a:rPr lang="ko-KR" altLang="en-US" dirty="0"/>
              <a:t>의 </a:t>
            </a:r>
            <a:r>
              <a:rPr lang="en-US" altLang="ko-KR" dirty="0"/>
              <a:t>?</a:t>
            </a:r>
            <a:r>
              <a:rPr lang="ko-KR" altLang="en-US" dirty="0"/>
              <a:t>연산자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b1 = true;</a:t>
            </a:r>
          </a:p>
          <a:p>
            <a:r>
              <a:rPr lang="en-US" altLang="ko-KR" dirty="0" err="1"/>
              <a:t>Int</a:t>
            </a:r>
            <a:r>
              <a:rPr lang="en-US" altLang="ko-KR" dirty="0"/>
              <a:t> a1=0;</a:t>
            </a:r>
          </a:p>
          <a:p>
            <a:r>
              <a:rPr lang="en-US" altLang="ko-KR" dirty="0"/>
              <a:t>a1= b1? 1:2;</a:t>
            </a:r>
          </a:p>
          <a:p>
            <a:endParaRPr lang="en-US" altLang="ko-KR" dirty="0"/>
          </a:p>
          <a:p>
            <a:r>
              <a:rPr lang="en-US" altLang="ko-KR" dirty="0"/>
              <a:t>//b1</a:t>
            </a:r>
            <a:r>
              <a:rPr lang="ko-KR" altLang="en-US" dirty="0"/>
              <a:t>의 값이 </a:t>
            </a:r>
            <a:r>
              <a:rPr lang="en-US" altLang="ko-KR" dirty="0"/>
              <a:t>true</a:t>
            </a:r>
            <a:r>
              <a:rPr lang="ko-KR" altLang="en-US" dirty="0"/>
              <a:t>이면 </a:t>
            </a:r>
            <a:r>
              <a:rPr lang="en-US" altLang="ko-KR" dirty="0"/>
              <a:t>a1</a:t>
            </a:r>
            <a:r>
              <a:rPr lang="ko-KR" altLang="en-US" dirty="0"/>
              <a:t>에는 </a:t>
            </a:r>
            <a:r>
              <a:rPr lang="en-US" altLang="ko-KR" dirty="0"/>
              <a:t>1</a:t>
            </a:r>
            <a:r>
              <a:rPr lang="ko-KR" altLang="en-US" dirty="0"/>
              <a:t>이 할당됨</a:t>
            </a:r>
            <a:endParaRPr lang="en-US" altLang="ko-KR" dirty="0"/>
          </a:p>
          <a:p>
            <a:r>
              <a:rPr lang="en-US" altLang="ko-KR" dirty="0"/>
              <a:t>//</a:t>
            </a:r>
            <a:r>
              <a:rPr lang="en-US" altLang="ko-KR" dirty="0">
                <a:solidFill>
                  <a:srgbClr val="FF0000"/>
                </a:solidFill>
              </a:rPr>
              <a:t>a1 = 1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//b1</a:t>
            </a:r>
            <a:r>
              <a:rPr lang="ko-KR" altLang="en-US" dirty="0"/>
              <a:t>의 값이 </a:t>
            </a:r>
            <a:r>
              <a:rPr lang="en-US" altLang="ko-KR" dirty="0"/>
              <a:t>false</a:t>
            </a:r>
            <a:r>
              <a:rPr lang="ko-KR" altLang="en-US" dirty="0"/>
              <a:t>이면 </a:t>
            </a:r>
            <a:r>
              <a:rPr lang="en-US" altLang="ko-KR" dirty="0"/>
              <a:t>a1</a:t>
            </a:r>
            <a:r>
              <a:rPr lang="ko-KR" altLang="en-US" dirty="0"/>
              <a:t>에는 </a:t>
            </a:r>
            <a:r>
              <a:rPr lang="en-US" altLang="ko-KR" dirty="0"/>
              <a:t>2</a:t>
            </a:r>
            <a:r>
              <a:rPr lang="ko-KR" altLang="en-US" dirty="0"/>
              <a:t>가 할당됨</a:t>
            </a:r>
            <a:endParaRPr lang="en-US" altLang="ko-KR" dirty="0"/>
          </a:p>
          <a:p>
            <a:r>
              <a:rPr lang="en-US" altLang="ko-KR" dirty="0"/>
              <a:t>//</a:t>
            </a:r>
            <a:r>
              <a:rPr lang="en-US" altLang="ko-KR" dirty="0">
                <a:solidFill>
                  <a:srgbClr val="FF0000"/>
                </a:solidFill>
              </a:rPr>
              <a:t>a1 = 2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2638922" y="403602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79712" y="410808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084168" y="4011544"/>
            <a:ext cx="576064" cy="5760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057446" y="411491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7558077" y="4007808"/>
            <a:ext cx="576064" cy="5760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544191" y="413280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&lt;=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733562" y="396419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:</a:t>
            </a:r>
          </a:p>
          <a:p>
            <a:r>
              <a:rPr lang="ko-KR" altLang="en-US" dirty="0"/>
              <a:t>또는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4578" y="412960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2" name="오른쪽 화살표 21"/>
          <p:cNvSpPr/>
          <p:nvPr/>
        </p:nvSpPr>
        <p:spPr>
          <a:xfrm>
            <a:off x="4352336" y="4180978"/>
            <a:ext cx="360040" cy="286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010435" y="3649036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r>
              <a:rPr lang="ko-KR" altLang="en-US" dirty="0"/>
              <a:t>의 값이 </a:t>
            </a:r>
            <a:r>
              <a:rPr lang="en-US" altLang="ko-KR" dirty="0"/>
              <a:t>true</a:t>
            </a:r>
            <a:r>
              <a:rPr lang="ko-KR" altLang="en-US" dirty="0"/>
              <a:t>이면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6812" y="3593825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r>
              <a:rPr lang="ko-KR" altLang="en-US" dirty="0"/>
              <a:t>에는 </a:t>
            </a:r>
            <a:r>
              <a:rPr lang="en-US" altLang="ko-KR" dirty="0"/>
              <a:t>: </a:t>
            </a:r>
            <a:r>
              <a:rPr lang="ko-KR" altLang="en-US" dirty="0"/>
              <a:t>왼쪽 값이 할당됨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638922" y="535519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false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979712" y="542725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6084168" y="5330714"/>
            <a:ext cx="576064" cy="5760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057446" y="543408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7558077" y="5326978"/>
            <a:ext cx="576064" cy="5760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544191" y="545197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&lt;=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733562" y="528336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:</a:t>
            </a:r>
          </a:p>
          <a:p>
            <a:r>
              <a:rPr lang="ko-KR" altLang="en-US" dirty="0"/>
              <a:t>또는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4578" y="544877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3" name="오른쪽 화살표 32"/>
          <p:cNvSpPr/>
          <p:nvPr/>
        </p:nvSpPr>
        <p:spPr>
          <a:xfrm>
            <a:off x="4352336" y="5500148"/>
            <a:ext cx="360040" cy="286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2085604" y="492680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b1</a:t>
            </a:r>
            <a:r>
              <a:rPr lang="ko-KR" altLang="en-US" dirty="0"/>
              <a:t>의 값이 </a:t>
            </a:r>
            <a:r>
              <a:rPr lang="en-US" altLang="ko-KR" dirty="0"/>
              <a:t>false</a:t>
            </a:r>
            <a:r>
              <a:rPr lang="ko-KR" altLang="en-US" dirty="0"/>
              <a:t>이면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4088" y="4959399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a1</a:t>
            </a:r>
            <a:r>
              <a:rPr lang="ko-KR" altLang="en-US" dirty="0"/>
              <a:t>에는 </a:t>
            </a:r>
            <a:r>
              <a:rPr lang="en-US" altLang="ko-KR" dirty="0"/>
              <a:t>: </a:t>
            </a:r>
            <a:r>
              <a:rPr lang="ko-KR" altLang="en-US" dirty="0"/>
              <a:t>오른쪽 값이 할당됨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35696" y="3501008"/>
            <a:ext cx="6646553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868797" y="4921054"/>
            <a:ext cx="6646553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1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8" grpId="0" animBg="1"/>
      <p:bldP spid="18" grpId="1" animBg="1"/>
      <p:bldP spid="20" grpId="0"/>
      <p:bldP spid="20" grpId="1"/>
      <p:bldP spid="21" grpId="0"/>
      <p:bldP spid="22" grpId="0" animBg="1"/>
      <p:bldP spid="25" grpId="0" animBg="1"/>
      <p:bldP spid="27" grpId="0" animBg="1"/>
      <p:bldP spid="27" grpId="1" animBg="1"/>
      <p:bldP spid="29" grpId="0" animBg="1"/>
      <p:bldP spid="31" grpId="0"/>
      <p:bldP spid="31" grpId="1"/>
      <p:bldP spid="32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A0D709-0408-EE7E-832A-D77E5177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DBA41D-A99C-8CF6-DB79-C5C3F31C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74" y="2490057"/>
            <a:ext cx="1774812" cy="2533278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3CB5004-4213-F66C-881B-8026407E7CAE}"/>
              </a:ext>
            </a:extLst>
          </p:cNvPr>
          <p:cNvSpPr/>
          <p:nvPr/>
        </p:nvSpPr>
        <p:spPr>
          <a:xfrm>
            <a:off x="3077286" y="3311687"/>
            <a:ext cx="2329644" cy="144016"/>
          </a:xfrm>
          <a:prstGeom prst="rightArrow">
            <a:avLst/>
          </a:prstGeom>
          <a:solidFill>
            <a:srgbClr val="E25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620A4-E7CB-CB66-28DA-5B413E925D5D}"/>
              </a:ext>
            </a:extLst>
          </p:cNvPr>
          <p:cNvSpPr txBox="1"/>
          <p:nvPr/>
        </p:nvSpPr>
        <p:spPr>
          <a:xfrm>
            <a:off x="2699793" y="3731565"/>
            <a:ext cx="37329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_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05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hit.transform.gameObject</a:t>
            </a:r>
            <a:r>
              <a:rPr lang="en-US" altLang="ko-KR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05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en-US" altLang="ko-KR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6D052-F3DB-D652-57CA-C3B8F336CB90}"/>
              </a:ext>
            </a:extLst>
          </p:cNvPr>
          <p:cNvSpPr txBox="1"/>
          <p:nvPr/>
        </p:nvSpPr>
        <p:spPr>
          <a:xfrm>
            <a:off x="2817710" y="4170152"/>
            <a:ext cx="33907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보석에게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r>
              <a:rPr lang="ko-KR" altLang="en-US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전달</a:t>
            </a:r>
            <a:endParaRPr lang="ko-KR" altLang="en-US" sz="1100" dirty="0"/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gazedAtObject.SendMessage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F5F08-38CA-E80E-7709-559996AD87C8}"/>
              </a:ext>
            </a:extLst>
          </p:cNvPr>
          <p:cNvSpPr txBox="1"/>
          <p:nvPr/>
        </p:nvSpPr>
        <p:spPr>
          <a:xfrm>
            <a:off x="6619410" y="2528335"/>
            <a:ext cx="1319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5D32D-5287-66A8-2D6A-2375CE32671E}"/>
              </a:ext>
            </a:extLst>
          </p:cNvPr>
          <p:cNvSpPr txBox="1"/>
          <p:nvPr/>
        </p:nvSpPr>
        <p:spPr>
          <a:xfrm>
            <a:off x="2843564" y="2448797"/>
            <a:ext cx="12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정면에 물체가 있는가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59DCB-25D7-3912-7B00-B61205B6CFFD}"/>
              </a:ext>
            </a:extLst>
          </p:cNvPr>
          <p:cNvSpPr txBox="1"/>
          <p:nvPr/>
        </p:nvSpPr>
        <p:spPr>
          <a:xfrm>
            <a:off x="1256859" y="951781"/>
            <a:ext cx="2068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CameraPointer.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cs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640F1-B2C8-43B2-D36C-1513D05BF37B}"/>
              </a:ext>
            </a:extLst>
          </p:cNvPr>
          <p:cNvSpPr txBox="1"/>
          <p:nvPr/>
        </p:nvSpPr>
        <p:spPr>
          <a:xfrm>
            <a:off x="6077624" y="1065971"/>
            <a:ext cx="306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50B66075-2486-BA69-8E90-99AFB65435B2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409EF0-F2B8-D6C9-9B6F-5F4D7F53D656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1D645A-1BC6-D8F7-69D4-134F0CC3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10" y="2897667"/>
            <a:ext cx="725133" cy="7154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0D49AC-D9B8-BC9A-362E-73F1DE2D8AD5}"/>
              </a:ext>
            </a:extLst>
          </p:cNvPr>
          <p:cNvSpPr txBox="1"/>
          <p:nvPr/>
        </p:nvSpPr>
        <p:spPr>
          <a:xfrm>
            <a:off x="4123655" y="2490057"/>
            <a:ext cx="106186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=&gt; hit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715BB-8184-BEB4-789E-EBF1A0AD0A49}"/>
              </a:ext>
            </a:extLst>
          </p:cNvPr>
          <p:cNvSpPr txBox="1"/>
          <p:nvPr/>
        </p:nvSpPr>
        <p:spPr>
          <a:xfrm>
            <a:off x="1331696" y="1355639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8D879-4EC5-2BF4-1545-24AA806D5662}"/>
              </a:ext>
            </a:extLst>
          </p:cNvPr>
          <p:cNvSpPr txBox="1"/>
          <p:nvPr/>
        </p:nvSpPr>
        <p:spPr>
          <a:xfrm>
            <a:off x="1422578" y="1681412"/>
            <a:ext cx="2069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F8525-5B80-290E-928D-EA977EE6F9BA}"/>
              </a:ext>
            </a:extLst>
          </p:cNvPr>
          <p:cNvSpPr txBox="1"/>
          <p:nvPr/>
        </p:nvSpPr>
        <p:spPr>
          <a:xfrm>
            <a:off x="6136544" y="1875548"/>
            <a:ext cx="228518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0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(true);//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endParaRPr lang="en-US" altLang="ko-KR" sz="10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67620B-F5E6-17D0-0AC4-C0E2822E6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410" y="2849527"/>
            <a:ext cx="971695" cy="85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5184 0.0083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20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3" grpId="0"/>
      <p:bldP spid="14" grpId="0" animBg="1"/>
      <p:bldP spid="22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A0D709-0408-EE7E-832A-D77E5177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DBA41D-A99C-8CF6-DB79-C5C3F31C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74" y="2490057"/>
            <a:ext cx="1774812" cy="2533278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3CB5004-4213-F66C-881B-8026407E7CAE}"/>
              </a:ext>
            </a:extLst>
          </p:cNvPr>
          <p:cNvSpPr/>
          <p:nvPr/>
        </p:nvSpPr>
        <p:spPr>
          <a:xfrm rot="759619" flipV="1">
            <a:off x="2987941" y="3984014"/>
            <a:ext cx="3164723" cy="126172"/>
          </a:xfrm>
          <a:prstGeom prst="rightArrow">
            <a:avLst/>
          </a:prstGeom>
          <a:solidFill>
            <a:srgbClr val="E251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6D052-F3DB-D652-57CA-C3B8F336CB90}"/>
              </a:ext>
            </a:extLst>
          </p:cNvPr>
          <p:cNvSpPr txBox="1"/>
          <p:nvPr/>
        </p:nvSpPr>
        <p:spPr>
          <a:xfrm>
            <a:off x="3067176" y="4577271"/>
            <a:ext cx="3737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보석에게 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r>
              <a:rPr lang="ko-KR" altLang="en-US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전달</a:t>
            </a:r>
            <a:endParaRPr lang="ko-KR" altLang="en-US" sz="1100" dirty="0"/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_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gazedAtObject.SendMessage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</a:t>
            </a:r>
            <a:r>
              <a:rPr lang="en-US" altLang="ko-KR" sz="11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F5F08-38CA-E80E-7709-559996AD87C8}"/>
              </a:ext>
            </a:extLst>
          </p:cNvPr>
          <p:cNvSpPr txBox="1"/>
          <p:nvPr/>
        </p:nvSpPr>
        <p:spPr>
          <a:xfrm>
            <a:off x="6684816" y="2590137"/>
            <a:ext cx="1319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5D32D-5287-66A8-2D6A-2375CE32671E}"/>
              </a:ext>
            </a:extLst>
          </p:cNvPr>
          <p:cNvSpPr txBox="1"/>
          <p:nvPr/>
        </p:nvSpPr>
        <p:spPr>
          <a:xfrm>
            <a:off x="3087167" y="2897667"/>
            <a:ext cx="12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카메라 정면에 물체가 있는가</a:t>
            </a:r>
            <a:r>
              <a:rPr lang="en-US" altLang="ko-KR" sz="12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59DCB-25D7-3912-7B00-B61205B6CFFD}"/>
              </a:ext>
            </a:extLst>
          </p:cNvPr>
          <p:cNvSpPr txBox="1"/>
          <p:nvPr/>
        </p:nvSpPr>
        <p:spPr>
          <a:xfrm>
            <a:off x="1256859" y="951781"/>
            <a:ext cx="2068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CameraPointer.</a:t>
            </a:r>
            <a:r>
              <a:rPr lang="en-US" altLang="ko-KR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cs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640F1-B2C8-43B2-D36C-1513D05BF37B}"/>
              </a:ext>
            </a:extLst>
          </p:cNvPr>
          <p:cNvSpPr txBox="1"/>
          <p:nvPr/>
        </p:nvSpPr>
        <p:spPr>
          <a:xfrm>
            <a:off x="6077624" y="1065971"/>
            <a:ext cx="306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50B66075-2486-BA69-8E90-99AFB65435B2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409EF0-F2B8-D6C9-9B6F-5F4D7F53D656}"/>
              </a:ext>
            </a:extLst>
          </p:cNvPr>
          <p:cNvSpPr/>
          <p:nvPr/>
        </p:nvSpPr>
        <p:spPr bwMode="auto">
          <a:xfrm>
            <a:off x="323528" y="388888"/>
            <a:ext cx="40591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</a:t>
            </a:r>
            <a:r>
              <a:rPr lang="en-US" altLang="ko-KR" sz="32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1D645A-1BC6-D8F7-69D4-134F0CC3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10" y="2897667"/>
            <a:ext cx="725133" cy="7154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0D49AC-D9B8-BC9A-362E-73F1DE2D8AD5}"/>
              </a:ext>
            </a:extLst>
          </p:cNvPr>
          <p:cNvSpPr txBox="1"/>
          <p:nvPr/>
        </p:nvSpPr>
        <p:spPr>
          <a:xfrm>
            <a:off x="4570302" y="2945038"/>
            <a:ext cx="106186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ko-KR" altLang="en-US" dirty="0"/>
              <a:t>없음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715BB-8184-BEB4-789E-EBF1A0AD0A49}"/>
              </a:ext>
            </a:extLst>
          </p:cNvPr>
          <p:cNvSpPr txBox="1"/>
          <p:nvPr/>
        </p:nvSpPr>
        <p:spPr>
          <a:xfrm>
            <a:off x="1331696" y="1355639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C79CE6-58CF-38DF-7D02-84C16E2D3A8F}"/>
              </a:ext>
            </a:extLst>
          </p:cNvPr>
          <p:cNvSpPr/>
          <p:nvPr/>
        </p:nvSpPr>
        <p:spPr>
          <a:xfrm>
            <a:off x="6511421" y="4047100"/>
            <a:ext cx="1044351" cy="689463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3D9B2-83B5-B847-31EC-FA557917506B}"/>
              </a:ext>
            </a:extLst>
          </p:cNvPr>
          <p:cNvSpPr txBox="1"/>
          <p:nvPr/>
        </p:nvSpPr>
        <p:spPr>
          <a:xfrm>
            <a:off x="1331696" y="1711694"/>
            <a:ext cx="232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800" dirty="0" err="1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8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“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DD431-1B31-A5DB-8E7F-C0B69B9A3611}"/>
              </a:ext>
            </a:extLst>
          </p:cNvPr>
          <p:cNvSpPr txBox="1"/>
          <p:nvPr/>
        </p:nvSpPr>
        <p:spPr>
          <a:xfrm>
            <a:off x="5755337" y="1869271"/>
            <a:ext cx="2760013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1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(false);//</a:t>
            </a:r>
            <a:r>
              <a:rPr lang="ko-KR" altLang="en-US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endParaRPr lang="en-US" altLang="ko-KR" sz="11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2915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5184 0.00833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20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 animBg="1"/>
      <p:bldP spid="22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50B65BD-2E87-4B56-CA2D-086F9785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542" y="4170104"/>
            <a:ext cx="3935338" cy="224791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A5BC8-1774-11B0-772A-E619D1AC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0F5F0-0011-6996-1B2C-553076CD7282}"/>
              </a:ext>
            </a:extLst>
          </p:cNvPr>
          <p:cNvSpPr txBox="1"/>
          <p:nvPr/>
        </p:nvSpPr>
        <p:spPr>
          <a:xfrm>
            <a:off x="1606158" y="599201"/>
            <a:ext cx="5840060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class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MonoBehaviour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endParaRPr lang="en-US" altLang="ko-KR" sz="14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Transform  ball1;//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두 번째 나라의 보석</a:t>
            </a:r>
            <a:endParaRPr lang="en-US" altLang="ko-KR" sz="14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StartCoroutine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FadeCamera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(ball1));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IEnumerator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FadeCamera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(Transform ball1)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  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삼각대가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ball1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의 위치로 서서히 이동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Camera.main.transform.parent.position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= ball1.position;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yield return new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WaitForSeconds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(10.0f);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5650B4-B9F6-319E-45E6-612A666B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48" y="4719802"/>
            <a:ext cx="418836" cy="5978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72BC9A-BB50-CF62-D005-EE732A0A12F3}"/>
              </a:ext>
            </a:extLst>
          </p:cNvPr>
          <p:cNvSpPr txBox="1"/>
          <p:nvPr/>
        </p:nvSpPr>
        <p:spPr>
          <a:xfrm>
            <a:off x="5652120" y="5294060"/>
            <a:ext cx="8597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ball1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EB3A7ED7-3FBD-C899-AF99-F08EDC72EB86}"/>
              </a:ext>
            </a:extLst>
          </p:cNvPr>
          <p:cNvSpPr/>
          <p:nvPr/>
        </p:nvSpPr>
        <p:spPr>
          <a:xfrm>
            <a:off x="2644979" y="4860425"/>
            <a:ext cx="365294" cy="21048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2D668260-0D0A-E077-66D6-79CF84D9F4D1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B9DBC5-FA97-AD7F-17DC-F1F655A17140}"/>
              </a:ext>
            </a:extLst>
          </p:cNvPr>
          <p:cNvSpPr/>
          <p:nvPr/>
        </p:nvSpPr>
        <p:spPr bwMode="auto">
          <a:xfrm>
            <a:off x="323528" y="158992"/>
            <a:ext cx="31454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3.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이동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0BDBEFB3-3277-3F78-3650-3C47C43A5852}"/>
              </a:ext>
            </a:extLst>
          </p:cNvPr>
          <p:cNvSpPr/>
          <p:nvPr/>
        </p:nvSpPr>
        <p:spPr>
          <a:xfrm>
            <a:off x="3275856" y="3797241"/>
            <a:ext cx="1008112" cy="839645"/>
          </a:xfrm>
          <a:prstGeom prst="wedgeEllipseCallout">
            <a:avLst>
              <a:gd name="adj1" fmla="val -51900"/>
              <a:gd name="adj2" fmla="val 7149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앞에 보석이 있으면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endParaRPr lang="ko-KR" altLang="en-US" sz="900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C60EC672-5BF5-B31B-7089-3881AA6BE335}"/>
              </a:ext>
            </a:extLst>
          </p:cNvPr>
          <p:cNvSpPr/>
          <p:nvPr/>
        </p:nvSpPr>
        <p:spPr>
          <a:xfrm>
            <a:off x="5904337" y="3716022"/>
            <a:ext cx="1080749" cy="793098"/>
          </a:xfrm>
          <a:prstGeom prst="wedgeEllipse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두번째나라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CD6DC-C23B-0043-EE28-8AA014A70351}"/>
              </a:ext>
            </a:extLst>
          </p:cNvPr>
          <p:cNvSpPr txBox="1"/>
          <p:nvPr/>
        </p:nvSpPr>
        <p:spPr>
          <a:xfrm>
            <a:off x="7802279" y="803831"/>
            <a:ext cx="658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8D161D3-3DE6-1937-ABDF-CAFE95D12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085" y="1203219"/>
            <a:ext cx="725133" cy="71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96296E-6 L 0.35347 0.0076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7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844A4D-5BCE-C35E-E152-5410993D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1DD56-45C0-534D-2F13-B0E9D48FC5BF}"/>
              </a:ext>
            </a:extLst>
          </p:cNvPr>
          <p:cNvSpPr txBox="1"/>
          <p:nvPr/>
        </p:nvSpPr>
        <p:spPr>
          <a:xfrm>
            <a:off x="697829" y="1173163"/>
            <a:ext cx="42242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class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MonoBehaviour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{public Material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endParaRPr lang="en-US" altLang="ko-KR" sz="1400" dirty="0">
              <a:solidFill>
                <a:schemeClr val="accent5">
                  <a:lumMod val="75000"/>
                </a:schemeClr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public Material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ko-KR" altLang="en-US" sz="1400" dirty="0">
                <a:solidFill>
                  <a:schemeClr val="accent5">
                    <a:lumMod val="75000"/>
                  </a:schemeClr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endParaRPr lang="ko-KR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82C88-DC31-118A-9E71-98847F653DED}"/>
              </a:ext>
            </a:extLst>
          </p:cNvPr>
          <p:cNvSpPr txBox="1"/>
          <p:nvPr/>
        </p:nvSpPr>
        <p:spPr>
          <a:xfrm>
            <a:off x="721244" y="1959621"/>
            <a:ext cx="45720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(true);//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D358F9-7A46-DAE1-1D80-4EBD91341FE2}"/>
              </a:ext>
            </a:extLst>
          </p:cNvPr>
          <p:cNvSpPr txBox="1"/>
          <p:nvPr/>
        </p:nvSpPr>
        <p:spPr>
          <a:xfrm>
            <a:off x="755576" y="2951946"/>
            <a:ext cx="4572000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(false);//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A94A9-45B9-A03C-CCAD-7907FEF7C17C}"/>
              </a:ext>
            </a:extLst>
          </p:cNvPr>
          <p:cNvSpPr txBox="1"/>
          <p:nvPr/>
        </p:nvSpPr>
        <p:spPr>
          <a:xfrm>
            <a:off x="611560" y="4075439"/>
            <a:ext cx="7385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private void </a:t>
            </a:r>
            <a:r>
              <a:rPr lang="nb-NO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SetMaterial</a:t>
            </a:r>
            <a:r>
              <a:rPr lang="nb-NO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(bool gazedAt)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if (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!= null &amp;&amp;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!= null)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//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아래 소스를 수정하여 충돌하면 블루</a:t>
            </a:r>
            <a:r>
              <a:rPr lang="en-US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충돌하지 않으면 핑크</a:t>
            </a:r>
            <a:endParaRPr lang="en-US" altLang="ko-KR" sz="14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_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myRenderer.material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?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InactiveMaterial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GazedAtMaterial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;//</a:t>
            </a:r>
            <a:r>
              <a:rPr lang="en-US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</a:t>
            </a:r>
            <a:r>
              <a:rPr lang="en-US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80550-6649-0FBF-4A0E-4CD8B83FBEDC}"/>
              </a:ext>
            </a:extLst>
          </p:cNvPr>
          <p:cNvSpPr txBox="1"/>
          <p:nvPr/>
        </p:nvSpPr>
        <p:spPr>
          <a:xfrm>
            <a:off x="5327576" y="1399421"/>
            <a:ext cx="207405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endParaRPr lang="ko-KR" altLang="en-US" dirty="0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AF47EED-9D49-9640-962C-6844E2BD05BC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FD319F-B929-FBF8-E3DA-61F857ED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85" y="1184762"/>
            <a:ext cx="725133" cy="71546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CC569-7ED2-FAB5-9B49-2F17C0906BBE}"/>
              </a:ext>
            </a:extLst>
          </p:cNvPr>
          <p:cNvSpPr/>
          <p:nvPr/>
        </p:nvSpPr>
        <p:spPr bwMode="auto">
          <a:xfrm>
            <a:off x="397772" y="107577"/>
            <a:ext cx="51507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(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문제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1)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시선 처리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8CF52-1541-6E31-93F3-50547942DC96}"/>
              </a:ext>
            </a:extLst>
          </p:cNvPr>
          <p:cNvSpPr txBox="1"/>
          <p:nvPr/>
        </p:nvSpPr>
        <p:spPr>
          <a:xfrm>
            <a:off x="742888" y="716647"/>
            <a:ext cx="7393371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가</a:t>
            </a:r>
            <a:r>
              <a:rPr lang="en-US" altLang="ko-KR" sz="1400" dirty="0"/>
              <a:t>)</a:t>
            </a:r>
            <a:r>
              <a:rPr lang="ko-KR" altLang="en-US" sz="1400" dirty="0"/>
              <a:t>줄만 수정하여 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충돌하면 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블루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충돌하지 않으면 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핑크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의 색이 칠해지도록 </a:t>
            </a:r>
            <a:r>
              <a:rPr lang="ko-KR" altLang="en-US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하시오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573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2D668260-0D0A-E077-66D6-79CF84D9F4D1}"/>
              </a:ext>
            </a:extLst>
          </p:cNvPr>
          <p:cNvSpPr/>
          <p:nvPr/>
        </p:nvSpPr>
        <p:spPr>
          <a:xfrm flipH="1" flipV="1">
            <a:off x="5940425" y="0"/>
            <a:ext cx="3203575" cy="1173163"/>
          </a:xfrm>
          <a:prstGeom prst="rtTriangle">
            <a:avLst/>
          </a:prstGeom>
          <a:solidFill>
            <a:srgbClr val="8C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50B65BD-2E87-4B56-CA2D-086F9785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542" y="4170104"/>
            <a:ext cx="3935338" cy="224791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A5BC8-1774-11B0-772A-E619D1AC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756B0-7D79-4049-9A15-FAF8D69E6BB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0F5F0-0011-6996-1B2C-553076CD7282}"/>
              </a:ext>
            </a:extLst>
          </p:cNvPr>
          <p:cNvSpPr txBox="1"/>
          <p:nvPr/>
        </p:nvSpPr>
        <p:spPr>
          <a:xfrm>
            <a:off x="1606158" y="599201"/>
            <a:ext cx="7455887" cy="310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class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ObjectController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: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MonoBehaviour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Transform  ball1;//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두 번째 나라의 보석</a:t>
            </a:r>
            <a:endParaRPr lang="en-US" altLang="ko-KR" sz="14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public Transform  ball2;//</a:t>
            </a:r>
            <a:r>
              <a:rPr lang="ko-KR" altLang="en-US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세 번째 나라의 보석</a:t>
            </a:r>
            <a:r>
              <a:rPr lang="en-US" altLang="ko-KR" sz="14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StartCoroutine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FadeCamera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(ball1));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public void </a:t>
            </a:r>
            <a:r>
              <a:rPr lang="en-US" altLang="ko-KR" sz="14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()    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시야를 벗어나면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카메라 앞에 아무것도 없으면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StartCoroutine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FadeCamera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(ball2));//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세 번째 나라로 카메라 이동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IEnumerator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FadeCamera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(Transform ball1)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{   //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삼각대가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ball1</a:t>
            </a:r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의 위치로 서서히 이동</a:t>
            </a:r>
            <a:endParaRPr lang="en-US" altLang="ko-KR" sz="14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Camera.main.transform.parent.position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= ball1.position;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yield return new </a:t>
            </a:r>
            <a:r>
              <a:rPr lang="en-US" altLang="ko-KR" sz="14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WaitForSeconds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(10.0f);</a:t>
            </a:r>
          </a:p>
          <a:p>
            <a:r>
              <a:rPr lang="ko-KR" altLang="en-US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5650B4-B9F6-319E-45E6-612A666B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48" y="4719802"/>
            <a:ext cx="418836" cy="5978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72BC9A-BB50-CF62-D005-EE732A0A12F3}"/>
              </a:ext>
            </a:extLst>
          </p:cNvPr>
          <p:cNvSpPr txBox="1"/>
          <p:nvPr/>
        </p:nvSpPr>
        <p:spPr>
          <a:xfrm>
            <a:off x="5652120" y="5294060"/>
            <a:ext cx="8597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ball1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EB3A7ED7-3FBD-C899-AF99-F08EDC72EB86}"/>
              </a:ext>
            </a:extLst>
          </p:cNvPr>
          <p:cNvSpPr/>
          <p:nvPr/>
        </p:nvSpPr>
        <p:spPr>
          <a:xfrm>
            <a:off x="2644979" y="4860425"/>
            <a:ext cx="365294" cy="21048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B9DBC5-FA97-AD7F-17DC-F1F655A17140}"/>
              </a:ext>
            </a:extLst>
          </p:cNvPr>
          <p:cNvSpPr/>
          <p:nvPr/>
        </p:nvSpPr>
        <p:spPr bwMode="auto">
          <a:xfrm>
            <a:off x="323528" y="158992"/>
            <a:ext cx="42162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(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문제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2) 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Arial Unicode MS" pitchFamily="50" charset="-127"/>
                <a:cs typeface="Times New Roman" pitchFamily="18" charset="0"/>
              </a:rPr>
              <a:t>카메라의 이동</a:t>
            </a:r>
            <a:endParaRPr kumimoji="0" lang="ko-KR" altLang="en-US" sz="3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Arial Unicode MS" pitchFamily="50" charset="-127"/>
              <a:cs typeface="Times New Roman" pitchFamily="18" charset="0"/>
            </a:endParaRP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0BDBEFB3-3277-3F78-3650-3C47C43A5852}"/>
              </a:ext>
            </a:extLst>
          </p:cNvPr>
          <p:cNvSpPr/>
          <p:nvPr/>
        </p:nvSpPr>
        <p:spPr>
          <a:xfrm>
            <a:off x="3275856" y="3797241"/>
            <a:ext cx="1008112" cy="839645"/>
          </a:xfrm>
          <a:prstGeom prst="wedgeEllipseCallout">
            <a:avLst>
              <a:gd name="adj1" fmla="val -51900"/>
              <a:gd name="adj2" fmla="val 7149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앞에 보석이 있으면</a:t>
            </a:r>
            <a:r>
              <a:rPr lang="en-US" altLang="ko-KR" sz="9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OnPointerEnter</a:t>
            </a:r>
            <a:endParaRPr lang="ko-KR" altLang="en-US" sz="900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C60EC672-5BF5-B31B-7089-3881AA6BE335}"/>
              </a:ext>
            </a:extLst>
          </p:cNvPr>
          <p:cNvSpPr/>
          <p:nvPr/>
        </p:nvSpPr>
        <p:spPr>
          <a:xfrm>
            <a:off x="5904337" y="3716022"/>
            <a:ext cx="1080749" cy="793098"/>
          </a:xfrm>
          <a:prstGeom prst="wedgeEllipse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두번째나라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CD6DC-C23B-0043-EE28-8AA014A70351}"/>
              </a:ext>
            </a:extLst>
          </p:cNvPr>
          <p:cNvSpPr txBox="1"/>
          <p:nvPr/>
        </p:nvSpPr>
        <p:spPr>
          <a:xfrm>
            <a:off x="8186063" y="1067379"/>
            <a:ext cx="658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보석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8D161D3-3DE6-1937-ABDF-CAFE95D12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888" y="1438007"/>
            <a:ext cx="725133" cy="7154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E8EB4E2-A1A6-EFFD-C748-C69442E0D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36" y="5426746"/>
            <a:ext cx="752475" cy="7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DC8F5C9-2756-DE13-E55D-61E1EFA5A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22" y="5519548"/>
            <a:ext cx="266700" cy="2571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199855-25C0-33E0-152C-223E3C61F11B}"/>
              </a:ext>
            </a:extLst>
          </p:cNvPr>
          <p:cNvSpPr txBox="1"/>
          <p:nvPr/>
        </p:nvSpPr>
        <p:spPr>
          <a:xfrm>
            <a:off x="3992000" y="5992141"/>
            <a:ext cx="8597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ball2</a:t>
            </a:r>
            <a:endParaRPr lang="ko-KR" altLang="en-US" dirty="0"/>
          </a:p>
        </p:txBody>
      </p:sp>
      <p:sp>
        <p:nvSpPr>
          <p:cNvPr id="21" name="말풍선: 타원형 20">
            <a:extLst>
              <a:ext uri="{FF2B5EF4-FFF2-40B4-BE49-F238E27FC236}">
                <a16:creationId xmlns:a16="http://schemas.microsoft.com/office/drawing/2014/main" id="{DD5353FD-E5E5-0C24-2207-FCE6ADBE3CBA}"/>
              </a:ext>
            </a:extLst>
          </p:cNvPr>
          <p:cNvSpPr/>
          <p:nvPr/>
        </p:nvSpPr>
        <p:spPr>
          <a:xfrm>
            <a:off x="4132953" y="4622165"/>
            <a:ext cx="1080749" cy="793098"/>
          </a:xfrm>
          <a:prstGeom prst="wedgeEllipse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세 번째나라</a:t>
            </a:r>
          </a:p>
        </p:txBody>
      </p:sp>
      <p:sp>
        <p:nvSpPr>
          <p:cNvPr id="22" name="말풍선: 타원형 21">
            <a:extLst>
              <a:ext uri="{FF2B5EF4-FFF2-40B4-BE49-F238E27FC236}">
                <a16:creationId xmlns:a16="http://schemas.microsoft.com/office/drawing/2014/main" id="{1D1E0093-8B1B-DCFA-F4D9-533AB85D345B}"/>
              </a:ext>
            </a:extLst>
          </p:cNvPr>
          <p:cNvSpPr/>
          <p:nvPr/>
        </p:nvSpPr>
        <p:spPr>
          <a:xfrm>
            <a:off x="1819514" y="3742003"/>
            <a:ext cx="1008112" cy="839645"/>
          </a:xfrm>
          <a:prstGeom prst="wedgeEllipseCallout">
            <a:avLst>
              <a:gd name="adj1" fmla="val 62937"/>
              <a:gd name="adj2" fmla="val 6449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시야를 벗어나면</a:t>
            </a:r>
            <a:r>
              <a:rPr lang="en-US" altLang="ko-KR" sz="900" dirty="0" err="1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OnPointerExit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E16542-49A4-1398-0120-3DF27AEDDAE2}"/>
              </a:ext>
            </a:extLst>
          </p:cNvPr>
          <p:cNvSpPr txBox="1"/>
          <p:nvPr/>
        </p:nvSpPr>
        <p:spPr>
          <a:xfrm>
            <a:off x="1638141" y="109524"/>
            <a:ext cx="6875600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카메라의 시야가 보석을 벗어나면 세 번째 나라로 이동하도록 </a:t>
            </a:r>
            <a:r>
              <a:rPr lang="en-US" altLang="ko-KR" sz="1400" dirty="0"/>
              <a:t>(</a:t>
            </a:r>
            <a:r>
              <a:rPr lang="ko-KR" altLang="en-US" sz="1400" dirty="0"/>
              <a:t>가</a:t>
            </a:r>
            <a:r>
              <a:rPr lang="en-US" altLang="ko-KR" sz="1400" dirty="0"/>
              <a:t>), (</a:t>
            </a:r>
            <a:r>
              <a:rPr lang="ko-KR" altLang="en-US" sz="1400" dirty="0"/>
              <a:t>나</a:t>
            </a:r>
            <a:r>
              <a:rPr lang="en-US" altLang="ko-KR" sz="1400" dirty="0"/>
              <a:t>)</a:t>
            </a:r>
            <a:r>
              <a:rPr lang="ko-KR" altLang="en-US" sz="1400" dirty="0"/>
              <a:t>를</a:t>
            </a:r>
            <a:r>
              <a:rPr lang="en-US" altLang="ko-KR" sz="1400" dirty="0"/>
              <a:t> </a:t>
            </a:r>
            <a:r>
              <a:rPr lang="ko-KR" altLang="en-US" sz="1400" dirty="0" err="1"/>
              <a:t>채우시오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568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96296E-6 L 0.35347 0.0076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7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  <p:bldP spid="18" grpId="0" animBg="1"/>
      <p:bldP spid="22" grpId="0" animBg="1"/>
    </p:bld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26321</TotalTime>
  <Words>1009</Words>
  <Application>Microsoft Office PowerPoint</Application>
  <PresentationFormat>화면 슬라이드 쇼(4:3)</PresentationFormat>
  <Paragraphs>232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돋움체</vt:lpstr>
      <vt:lpstr>맑은 고딕</vt:lpstr>
      <vt:lpstr>Arial</vt:lpstr>
      <vt:lpstr>Calibri</vt:lpstr>
      <vt:lpstr>helvetica</vt:lpstr>
      <vt:lpstr>Times New Roman</vt:lpstr>
      <vt:lpstr>Verdana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luizek</dc:creator>
  <cp:lastModifiedBy>정정욱</cp:lastModifiedBy>
  <cp:revision>1063</cp:revision>
  <dcterms:created xsi:type="dcterms:W3CDTF">2015-01-07T09:44:23Z</dcterms:created>
  <dcterms:modified xsi:type="dcterms:W3CDTF">2022-10-12T08:17:36Z</dcterms:modified>
</cp:coreProperties>
</file>